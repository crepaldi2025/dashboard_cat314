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4" r:id="rId7"/>
    <p:sldId id="261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716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5A2E3F-2F4C-4DD4-B033-68488F93ECC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9B78C5-DC8F-4F7F-BDCE-F5FD264FEDD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noProof="0" dirty="0"/>
            <a:t>Objetivo: Acesso rápido a dados climáticos (ERA5-Land).</a:t>
          </a:r>
        </a:p>
      </dgm:t>
    </dgm:pt>
    <dgm:pt modelId="{DC78BC9E-486B-49AF-8A42-0C27B10A23EC}" type="parTrans" cxnId="{44576887-B1CF-44AD-8362-124EB0F4B96E}">
      <dgm:prSet/>
      <dgm:spPr/>
      <dgm:t>
        <a:bodyPr/>
        <a:lstStyle/>
        <a:p>
          <a:endParaRPr lang="pt-BR" noProof="0" dirty="0"/>
        </a:p>
      </dgm:t>
    </dgm:pt>
    <dgm:pt modelId="{AE9F27DD-4633-42DE-8B63-5B3D78510947}" type="sibTrans" cxnId="{44576887-B1CF-44AD-8362-124EB0F4B96E}">
      <dgm:prSet/>
      <dgm:spPr/>
      <dgm:t>
        <a:bodyPr/>
        <a:lstStyle/>
        <a:p>
          <a:endParaRPr lang="pt-BR" noProof="0" dirty="0"/>
        </a:p>
      </dgm:t>
    </dgm:pt>
    <dgm:pt modelId="{60DD66CC-EB63-43D1-A950-DAE7647DE77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noProof="0" dirty="0"/>
            <a:t>Necessidade: Programação avançada (p. </a:t>
          </a:r>
          <a:r>
            <a:rPr lang="pt-BR" noProof="0" dirty="0" err="1"/>
            <a:t>ex</a:t>
          </a:r>
          <a:r>
            <a:rPr lang="pt-BR" noProof="0" dirty="0"/>
            <a:t>: Python) para processar grande quantidade de dados.</a:t>
          </a:r>
        </a:p>
      </dgm:t>
    </dgm:pt>
    <dgm:pt modelId="{B13C81E9-77D2-4034-B0D3-450315605B72}" type="parTrans" cxnId="{34616A09-A495-4927-9A79-93D0BEF7B871}">
      <dgm:prSet/>
      <dgm:spPr/>
      <dgm:t>
        <a:bodyPr/>
        <a:lstStyle/>
        <a:p>
          <a:endParaRPr lang="pt-BR" noProof="0" dirty="0"/>
        </a:p>
      </dgm:t>
    </dgm:pt>
    <dgm:pt modelId="{47BB936B-5931-40E3-BACB-CA2BC1EB524E}" type="sibTrans" cxnId="{34616A09-A495-4927-9A79-93D0BEF7B871}">
      <dgm:prSet/>
      <dgm:spPr/>
      <dgm:t>
        <a:bodyPr/>
        <a:lstStyle/>
        <a:p>
          <a:endParaRPr lang="pt-BR" noProof="0" dirty="0"/>
        </a:p>
      </dgm:t>
    </dgm:pt>
    <dgm:pt modelId="{4EA6940B-790D-444F-B9A6-3EF8C3C0055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noProof="0" dirty="0"/>
            <a:t>Solução : Interface Web intuitiva (Dashboard) para facilitar o acesso.</a:t>
          </a:r>
        </a:p>
      </dgm:t>
    </dgm:pt>
    <dgm:pt modelId="{F793314B-63CC-48B2-8CFE-5455E8CBDA08}" type="parTrans" cxnId="{9D653183-094A-497E-8A07-F23FBD0AB586}">
      <dgm:prSet/>
      <dgm:spPr/>
      <dgm:t>
        <a:bodyPr/>
        <a:lstStyle/>
        <a:p>
          <a:endParaRPr lang="pt-BR" noProof="0" dirty="0"/>
        </a:p>
      </dgm:t>
    </dgm:pt>
    <dgm:pt modelId="{D6018613-6DE5-44D0-BD05-2476A2B3527C}" type="sibTrans" cxnId="{9D653183-094A-497E-8A07-F23FBD0AB586}">
      <dgm:prSet/>
      <dgm:spPr/>
      <dgm:t>
        <a:bodyPr/>
        <a:lstStyle/>
        <a:p>
          <a:endParaRPr lang="pt-BR" noProof="0" dirty="0"/>
        </a:p>
      </dgm:t>
    </dgm:pt>
    <dgm:pt modelId="{57E9EF24-2D09-4068-8A3A-2E589AFA9C0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noProof="0" dirty="0"/>
            <a:t>Público-alvo: Estudantes, pesquisadores e usuários em geral.</a:t>
          </a:r>
        </a:p>
      </dgm:t>
    </dgm:pt>
    <dgm:pt modelId="{B146F0CA-E020-47E3-9FF0-8AB286ACF3E7}" type="parTrans" cxnId="{C4726F82-D39B-40D6-83B1-84BDE1491A50}">
      <dgm:prSet/>
      <dgm:spPr/>
      <dgm:t>
        <a:bodyPr/>
        <a:lstStyle/>
        <a:p>
          <a:endParaRPr lang="pt-BR" noProof="0" dirty="0"/>
        </a:p>
      </dgm:t>
    </dgm:pt>
    <dgm:pt modelId="{B5DC3081-C202-4ECF-8939-8C45ADBC1729}" type="sibTrans" cxnId="{C4726F82-D39B-40D6-83B1-84BDE1491A50}">
      <dgm:prSet/>
      <dgm:spPr/>
      <dgm:t>
        <a:bodyPr/>
        <a:lstStyle/>
        <a:p>
          <a:endParaRPr lang="pt-BR" noProof="0" dirty="0"/>
        </a:p>
      </dgm:t>
    </dgm:pt>
    <dgm:pt modelId="{65834567-A29E-4E76-AE39-9B7021CE0B60}" type="pres">
      <dgm:prSet presAssocID="{D95A2E3F-2F4C-4DD4-B033-68488F93ECC8}" presName="root" presStyleCnt="0">
        <dgm:presLayoutVars>
          <dgm:dir/>
          <dgm:resizeHandles val="exact"/>
        </dgm:presLayoutVars>
      </dgm:prSet>
      <dgm:spPr/>
    </dgm:pt>
    <dgm:pt modelId="{B291BE5C-72C4-4BFC-93A7-E072389CA72A}" type="pres">
      <dgm:prSet presAssocID="{B59B78C5-DC8F-4F7F-BDCE-F5FD264FEDD5}" presName="compNode" presStyleCnt="0"/>
      <dgm:spPr/>
    </dgm:pt>
    <dgm:pt modelId="{E53F21E0-D6EC-43D1-A1F4-BDB5A6286C77}" type="pres">
      <dgm:prSet presAssocID="{B59B78C5-DC8F-4F7F-BDCE-F5FD264FEDD5}" presName="bgRect" presStyleLbl="bgShp" presStyleIdx="0" presStyleCnt="4"/>
      <dgm:spPr/>
    </dgm:pt>
    <dgm:pt modelId="{C054128B-F326-45B1-893F-85821DA4805E}" type="pres">
      <dgm:prSet presAssocID="{B59B78C5-DC8F-4F7F-BDCE-F5FD264FEDD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4D22A6B8-91E4-4592-86BE-CE7131B57DEA}" type="pres">
      <dgm:prSet presAssocID="{B59B78C5-DC8F-4F7F-BDCE-F5FD264FEDD5}" presName="spaceRect" presStyleCnt="0"/>
      <dgm:spPr/>
    </dgm:pt>
    <dgm:pt modelId="{61176C3E-ABBA-4D48-848C-DF634D95F8E4}" type="pres">
      <dgm:prSet presAssocID="{B59B78C5-DC8F-4F7F-BDCE-F5FD264FEDD5}" presName="parTx" presStyleLbl="revTx" presStyleIdx="0" presStyleCnt="4">
        <dgm:presLayoutVars>
          <dgm:chMax val="0"/>
          <dgm:chPref val="0"/>
        </dgm:presLayoutVars>
      </dgm:prSet>
      <dgm:spPr/>
    </dgm:pt>
    <dgm:pt modelId="{D482A692-B61C-4C54-A6D8-0A6A7E64901E}" type="pres">
      <dgm:prSet presAssocID="{AE9F27DD-4633-42DE-8B63-5B3D78510947}" presName="sibTrans" presStyleCnt="0"/>
      <dgm:spPr/>
    </dgm:pt>
    <dgm:pt modelId="{C586DBA7-14BB-4F54-B05F-805B12F767A6}" type="pres">
      <dgm:prSet presAssocID="{60DD66CC-EB63-43D1-A950-DAE7647DE772}" presName="compNode" presStyleCnt="0"/>
      <dgm:spPr/>
    </dgm:pt>
    <dgm:pt modelId="{A8181B37-F18B-4094-9AC4-6DC58FF0075D}" type="pres">
      <dgm:prSet presAssocID="{60DD66CC-EB63-43D1-A950-DAE7647DE772}" presName="bgRect" presStyleLbl="bgShp" presStyleIdx="1" presStyleCnt="4"/>
      <dgm:spPr/>
    </dgm:pt>
    <dgm:pt modelId="{2D241DC9-79DE-4E59-B365-95154E909967}" type="pres">
      <dgm:prSet presAssocID="{60DD66CC-EB63-43D1-A950-DAE7647DE77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6F7DF680-3C5D-49CC-AE48-8E18DC3CFA44}" type="pres">
      <dgm:prSet presAssocID="{60DD66CC-EB63-43D1-A950-DAE7647DE772}" presName="spaceRect" presStyleCnt="0"/>
      <dgm:spPr/>
    </dgm:pt>
    <dgm:pt modelId="{678E24C3-405D-4A65-AF0F-4E12ABF8DD16}" type="pres">
      <dgm:prSet presAssocID="{60DD66CC-EB63-43D1-A950-DAE7647DE772}" presName="parTx" presStyleLbl="revTx" presStyleIdx="1" presStyleCnt="4">
        <dgm:presLayoutVars>
          <dgm:chMax val="0"/>
          <dgm:chPref val="0"/>
        </dgm:presLayoutVars>
      </dgm:prSet>
      <dgm:spPr/>
    </dgm:pt>
    <dgm:pt modelId="{FAC6CC69-3D0C-48F8-B2F6-BF77B30E42D5}" type="pres">
      <dgm:prSet presAssocID="{47BB936B-5931-40E3-BACB-CA2BC1EB524E}" presName="sibTrans" presStyleCnt="0"/>
      <dgm:spPr/>
    </dgm:pt>
    <dgm:pt modelId="{0029B440-2F88-41B9-8130-0733978BD5F2}" type="pres">
      <dgm:prSet presAssocID="{4EA6940B-790D-444F-B9A6-3EF8C3C0055E}" presName="compNode" presStyleCnt="0"/>
      <dgm:spPr/>
    </dgm:pt>
    <dgm:pt modelId="{48662521-9470-42C2-82FB-67807D9DD663}" type="pres">
      <dgm:prSet presAssocID="{4EA6940B-790D-444F-B9A6-3EF8C3C0055E}" presName="bgRect" presStyleLbl="bgShp" presStyleIdx="2" presStyleCnt="4"/>
      <dgm:spPr/>
    </dgm:pt>
    <dgm:pt modelId="{D2D62D58-41E5-4963-A833-99C585AF9FF3}" type="pres">
      <dgm:prSet presAssocID="{4EA6940B-790D-444F-B9A6-3EF8C3C0055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uvem"/>
        </a:ext>
      </dgm:extLst>
    </dgm:pt>
    <dgm:pt modelId="{D1B3B297-894B-40FF-BF3C-8A32892E0950}" type="pres">
      <dgm:prSet presAssocID="{4EA6940B-790D-444F-B9A6-3EF8C3C0055E}" presName="spaceRect" presStyleCnt="0"/>
      <dgm:spPr/>
    </dgm:pt>
    <dgm:pt modelId="{03C1587E-967F-4022-8C6D-466BD234791F}" type="pres">
      <dgm:prSet presAssocID="{4EA6940B-790D-444F-B9A6-3EF8C3C0055E}" presName="parTx" presStyleLbl="revTx" presStyleIdx="2" presStyleCnt="4">
        <dgm:presLayoutVars>
          <dgm:chMax val="0"/>
          <dgm:chPref val="0"/>
        </dgm:presLayoutVars>
      </dgm:prSet>
      <dgm:spPr/>
    </dgm:pt>
    <dgm:pt modelId="{63FA7450-9943-4E0E-A279-7723BB55E38A}" type="pres">
      <dgm:prSet presAssocID="{D6018613-6DE5-44D0-BD05-2476A2B3527C}" presName="sibTrans" presStyleCnt="0"/>
      <dgm:spPr/>
    </dgm:pt>
    <dgm:pt modelId="{92D52372-CC79-4137-B30D-262021ED2514}" type="pres">
      <dgm:prSet presAssocID="{57E9EF24-2D09-4068-8A3A-2E589AFA9C00}" presName="compNode" presStyleCnt="0"/>
      <dgm:spPr/>
    </dgm:pt>
    <dgm:pt modelId="{7A49F7F9-5598-4A76-BD9D-7665F662C22B}" type="pres">
      <dgm:prSet presAssocID="{57E9EF24-2D09-4068-8A3A-2E589AFA9C00}" presName="bgRect" presStyleLbl="bgShp" presStyleIdx="3" presStyleCnt="4"/>
      <dgm:spPr/>
    </dgm:pt>
    <dgm:pt modelId="{6D3F9CFA-97DF-4429-B6B2-C4B5FD4A57C3}" type="pres">
      <dgm:prSet presAssocID="{57E9EF24-2D09-4068-8A3A-2E589AFA9C0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597EECC6-8F1C-45FB-9A01-2B27BB7C379F}" type="pres">
      <dgm:prSet presAssocID="{57E9EF24-2D09-4068-8A3A-2E589AFA9C00}" presName="spaceRect" presStyleCnt="0"/>
      <dgm:spPr/>
    </dgm:pt>
    <dgm:pt modelId="{E36B5DED-556D-4CCE-B780-4C3F0F3EFCAD}" type="pres">
      <dgm:prSet presAssocID="{57E9EF24-2D09-4068-8A3A-2E589AFA9C0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2454D02-A8D1-4B2D-B944-715D67B44540}" type="presOf" srcId="{4EA6940B-790D-444F-B9A6-3EF8C3C0055E}" destId="{03C1587E-967F-4022-8C6D-466BD234791F}" srcOrd="0" destOrd="0" presId="urn:microsoft.com/office/officeart/2018/2/layout/IconVerticalSolidList"/>
    <dgm:cxn modelId="{34616A09-A495-4927-9A79-93D0BEF7B871}" srcId="{D95A2E3F-2F4C-4DD4-B033-68488F93ECC8}" destId="{60DD66CC-EB63-43D1-A950-DAE7647DE772}" srcOrd="1" destOrd="0" parTransId="{B13C81E9-77D2-4034-B0D3-450315605B72}" sibTransId="{47BB936B-5931-40E3-BACB-CA2BC1EB524E}"/>
    <dgm:cxn modelId="{48B4A020-C3D0-4A86-B4DE-B4CEC416F44D}" type="presOf" srcId="{57E9EF24-2D09-4068-8A3A-2E589AFA9C00}" destId="{E36B5DED-556D-4CCE-B780-4C3F0F3EFCAD}" srcOrd="0" destOrd="0" presId="urn:microsoft.com/office/officeart/2018/2/layout/IconVerticalSolidList"/>
    <dgm:cxn modelId="{B2ECC22F-3365-4AC0-9900-41C58714D60A}" type="presOf" srcId="{B59B78C5-DC8F-4F7F-BDCE-F5FD264FEDD5}" destId="{61176C3E-ABBA-4D48-848C-DF634D95F8E4}" srcOrd="0" destOrd="0" presId="urn:microsoft.com/office/officeart/2018/2/layout/IconVerticalSolidList"/>
    <dgm:cxn modelId="{C4726F82-D39B-40D6-83B1-84BDE1491A50}" srcId="{D95A2E3F-2F4C-4DD4-B033-68488F93ECC8}" destId="{57E9EF24-2D09-4068-8A3A-2E589AFA9C00}" srcOrd="3" destOrd="0" parTransId="{B146F0CA-E020-47E3-9FF0-8AB286ACF3E7}" sibTransId="{B5DC3081-C202-4ECF-8939-8C45ADBC1729}"/>
    <dgm:cxn modelId="{9D653183-094A-497E-8A07-F23FBD0AB586}" srcId="{D95A2E3F-2F4C-4DD4-B033-68488F93ECC8}" destId="{4EA6940B-790D-444F-B9A6-3EF8C3C0055E}" srcOrd="2" destOrd="0" parTransId="{F793314B-63CC-48B2-8CFE-5455E8CBDA08}" sibTransId="{D6018613-6DE5-44D0-BD05-2476A2B3527C}"/>
    <dgm:cxn modelId="{44576887-B1CF-44AD-8362-124EB0F4B96E}" srcId="{D95A2E3F-2F4C-4DD4-B033-68488F93ECC8}" destId="{B59B78C5-DC8F-4F7F-BDCE-F5FD264FEDD5}" srcOrd="0" destOrd="0" parTransId="{DC78BC9E-486B-49AF-8A42-0C27B10A23EC}" sibTransId="{AE9F27DD-4633-42DE-8B63-5B3D78510947}"/>
    <dgm:cxn modelId="{9FE4E9B1-B810-49A6-90BA-1500D2899CEF}" type="presOf" srcId="{60DD66CC-EB63-43D1-A950-DAE7647DE772}" destId="{678E24C3-405D-4A65-AF0F-4E12ABF8DD16}" srcOrd="0" destOrd="0" presId="urn:microsoft.com/office/officeart/2018/2/layout/IconVerticalSolidList"/>
    <dgm:cxn modelId="{44EC24E9-E91F-4DBF-8987-D7F9E3D60BFC}" type="presOf" srcId="{D95A2E3F-2F4C-4DD4-B033-68488F93ECC8}" destId="{65834567-A29E-4E76-AE39-9B7021CE0B60}" srcOrd="0" destOrd="0" presId="urn:microsoft.com/office/officeart/2018/2/layout/IconVerticalSolidList"/>
    <dgm:cxn modelId="{973A3F20-A9A1-48C2-A79F-D33667F5ADE7}" type="presParOf" srcId="{65834567-A29E-4E76-AE39-9B7021CE0B60}" destId="{B291BE5C-72C4-4BFC-93A7-E072389CA72A}" srcOrd="0" destOrd="0" presId="urn:microsoft.com/office/officeart/2018/2/layout/IconVerticalSolidList"/>
    <dgm:cxn modelId="{AD845C5E-9F3F-4986-AFF7-24A93F5DFD5D}" type="presParOf" srcId="{B291BE5C-72C4-4BFC-93A7-E072389CA72A}" destId="{E53F21E0-D6EC-43D1-A1F4-BDB5A6286C77}" srcOrd="0" destOrd="0" presId="urn:microsoft.com/office/officeart/2018/2/layout/IconVerticalSolidList"/>
    <dgm:cxn modelId="{6780B653-CD87-48FD-9906-BAFDDD4D6736}" type="presParOf" srcId="{B291BE5C-72C4-4BFC-93A7-E072389CA72A}" destId="{C054128B-F326-45B1-893F-85821DA4805E}" srcOrd="1" destOrd="0" presId="urn:microsoft.com/office/officeart/2018/2/layout/IconVerticalSolidList"/>
    <dgm:cxn modelId="{F5E77C8A-9BCB-43B0-A2CB-56C70EBECF7D}" type="presParOf" srcId="{B291BE5C-72C4-4BFC-93A7-E072389CA72A}" destId="{4D22A6B8-91E4-4592-86BE-CE7131B57DEA}" srcOrd="2" destOrd="0" presId="urn:microsoft.com/office/officeart/2018/2/layout/IconVerticalSolidList"/>
    <dgm:cxn modelId="{39174644-33DE-4248-A6C0-501AE2040C7B}" type="presParOf" srcId="{B291BE5C-72C4-4BFC-93A7-E072389CA72A}" destId="{61176C3E-ABBA-4D48-848C-DF634D95F8E4}" srcOrd="3" destOrd="0" presId="urn:microsoft.com/office/officeart/2018/2/layout/IconVerticalSolidList"/>
    <dgm:cxn modelId="{487E8A27-B2B5-4392-9E05-0FF7D95802C3}" type="presParOf" srcId="{65834567-A29E-4E76-AE39-9B7021CE0B60}" destId="{D482A692-B61C-4C54-A6D8-0A6A7E64901E}" srcOrd="1" destOrd="0" presId="urn:microsoft.com/office/officeart/2018/2/layout/IconVerticalSolidList"/>
    <dgm:cxn modelId="{B0A35CEE-88C0-45F5-BC45-E264D52E0827}" type="presParOf" srcId="{65834567-A29E-4E76-AE39-9B7021CE0B60}" destId="{C586DBA7-14BB-4F54-B05F-805B12F767A6}" srcOrd="2" destOrd="0" presId="urn:microsoft.com/office/officeart/2018/2/layout/IconVerticalSolidList"/>
    <dgm:cxn modelId="{38E08F0D-0C8B-475E-B90C-EB207A1AF886}" type="presParOf" srcId="{C586DBA7-14BB-4F54-B05F-805B12F767A6}" destId="{A8181B37-F18B-4094-9AC4-6DC58FF0075D}" srcOrd="0" destOrd="0" presId="urn:microsoft.com/office/officeart/2018/2/layout/IconVerticalSolidList"/>
    <dgm:cxn modelId="{4268ABC1-CF83-49DB-AA40-8F6DE79A8C1E}" type="presParOf" srcId="{C586DBA7-14BB-4F54-B05F-805B12F767A6}" destId="{2D241DC9-79DE-4E59-B365-95154E909967}" srcOrd="1" destOrd="0" presId="urn:microsoft.com/office/officeart/2018/2/layout/IconVerticalSolidList"/>
    <dgm:cxn modelId="{824D19BC-D1BE-4A7B-A754-9CE1CEB4FF02}" type="presParOf" srcId="{C586DBA7-14BB-4F54-B05F-805B12F767A6}" destId="{6F7DF680-3C5D-49CC-AE48-8E18DC3CFA44}" srcOrd="2" destOrd="0" presId="urn:microsoft.com/office/officeart/2018/2/layout/IconVerticalSolidList"/>
    <dgm:cxn modelId="{98D4116C-3F9C-4EC6-936D-D9ED1F7C6CB0}" type="presParOf" srcId="{C586DBA7-14BB-4F54-B05F-805B12F767A6}" destId="{678E24C3-405D-4A65-AF0F-4E12ABF8DD16}" srcOrd="3" destOrd="0" presId="urn:microsoft.com/office/officeart/2018/2/layout/IconVerticalSolidList"/>
    <dgm:cxn modelId="{7C0555AC-98D9-4F45-9A04-76320F9FE7C7}" type="presParOf" srcId="{65834567-A29E-4E76-AE39-9B7021CE0B60}" destId="{FAC6CC69-3D0C-48F8-B2F6-BF77B30E42D5}" srcOrd="3" destOrd="0" presId="urn:microsoft.com/office/officeart/2018/2/layout/IconVerticalSolidList"/>
    <dgm:cxn modelId="{53F47D65-B226-4593-8D56-EECF616788DF}" type="presParOf" srcId="{65834567-A29E-4E76-AE39-9B7021CE0B60}" destId="{0029B440-2F88-41B9-8130-0733978BD5F2}" srcOrd="4" destOrd="0" presId="urn:microsoft.com/office/officeart/2018/2/layout/IconVerticalSolidList"/>
    <dgm:cxn modelId="{BDE4FF57-90E9-481E-B0C0-8C70A7A8F79E}" type="presParOf" srcId="{0029B440-2F88-41B9-8130-0733978BD5F2}" destId="{48662521-9470-42C2-82FB-67807D9DD663}" srcOrd="0" destOrd="0" presId="urn:microsoft.com/office/officeart/2018/2/layout/IconVerticalSolidList"/>
    <dgm:cxn modelId="{56378080-4A4E-4552-AC75-877179805095}" type="presParOf" srcId="{0029B440-2F88-41B9-8130-0733978BD5F2}" destId="{D2D62D58-41E5-4963-A833-99C585AF9FF3}" srcOrd="1" destOrd="0" presId="urn:microsoft.com/office/officeart/2018/2/layout/IconVerticalSolidList"/>
    <dgm:cxn modelId="{D18686E5-1D5D-442E-821B-971CE004A45A}" type="presParOf" srcId="{0029B440-2F88-41B9-8130-0733978BD5F2}" destId="{D1B3B297-894B-40FF-BF3C-8A32892E0950}" srcOrd="2" destOrd="0" presId="urn:microsoft.com/office/officeart/2018/2/layout/IconVerticalSolidList"/>
    <dgm:cxn modelId="{94C8CA76-4F14-42F7-9D0F-09D46749FCA8}" type="presParOf" srcId="{0029B440-2F88-41B9-8130-0733978BD5F2}" destId="{03C1587E-967F-4022-8C6D-466BD234791F}" srcOrd="3" destOrd="0" presId="urn:microsoft.com/office/officeart/2018/2/layout/IconVerticalSolidList"/>
    <dgm:cxn modelId="{CE04118E-6A91-4199-9779-6AC3468B28CE}" type="presParOf" srcId="{65834567-A29E-4E76-AE39-9B7021CE0B60}" destId="{63FA7450-9943-4E0E-A279-7723BB55E38A}" srcOrd="5" destOrd="0" presId="urn:microsoft.com/office/officeart/2018/2/layout/IconVerticalSolidList"/>
    <dgm:cxn modelId="{BE520A49-4D37-4DC9-836B-10C52234BB2C}" type="presParOf" srcId="{65834567-A29E-4E76-AE39-9B7021CE0B60}" destId="{92D52372-CC79-4137-B30D-262021ED2514}" srcOrd="6" destOrd="0" presId="urn:microsoft.com/office/officeart/2018/2/layout/IconVerticalSolidList"/>
    <dgm:cxn modelId="{2518F3DC-9C9A-43F2-939C-5EAD202F6288}" type="presParOf" srcId="{92D52372-CC79-4137-B30D-262021ED2514}" destId="{7A49F7F9-5598-4A76-BD9D-7665F662C22B}" srcOrd="0" destOrd="0" presId="urn:microsoft.com/office/officeart/2018/2/layout/IconVerticalSolidList"/>
    <dgm:cxn modelId="{B108BB9D-B7C2-4C7C-9518-12C3EE24CEF8}" type="presParOf" srcId="{92D52372-CC79-4137-B30D-262021ED2514}" destId="{6D3F9CFA-97DF-4429-B6B2-C4B5FD4A57C3}" srcOrd="1" destOrd="0" presId="urn:microsoft.com/office/officeart/2018/2/layout/IconVerticalSolidList"/>
    <dgm:cxn modelId="{C2B27BD7-BA62-4823-A8D2-8686E2AFE36A}" type="presParOf" srcId="{92D52372-CC79-4137-B30D-262021ED2514}" destId="{597EECC6-8F1C-45FB-9A01-2B27BB7C379F}" srcOrd="2" destOrd="0" presId="urn:microsoft.com/office/officeart/2018/2/layout/IconVerticalSolidList"/>
    <dgm:cxn modelId="{580103EE-C844-431A-9578-DFCF9C5D0F61}" type="presParOf" srcId="{92D52372-CC79-4137-B30D-262021ED2514}" destId="{E36B5DED-556D-4CCE-B780-4C3F0F3EFC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11ECD7-4C75-424E-8733-7A9322DD15C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2356C7E-4DFB-4BA2-B7E8-4851D4351D2A}">
      <dgm:prSet/>
      <dgm:spPr/>
      <dgm:t>
        <a:bodyPr/>
        <a:lstStyle/>
        <a:p>
          <a:r>
            <a:rPr lang="pt-BR" noProof="0" dirty="0"/>
            <a:t>Controle de Versão: Código hospedado no repositório GitHub (Público).                                                          (67)</a:t>
          </a:r>
        </a:p>
      </dgm:t>
    </dgm:pt>
    <dgm:pt modelId="{B42A7872-BB05-421B-91F8-A582424B21FD}" type="parTrans" cxnId="{DF4D3BD4-27D5-497B-BFD0-1360ED9EF031}">
      <dgm:prSet/>
      <dgm:spPr/>
      <dgm:t>
        <a:bodyPr/>
        <a:lstStyle/>
        <a:p>
          <a:endParaRPr lang="pt-BR" noProof="0" dirty="0"/>
        </a:p>
      </dgm:t>
    </dgm:pt>
    <dgm:pt modelId="{3FA0CD29-9CD2-496C-BDB2-C630287C131E}" type="sibTrans" cxnId="{DF4D3BD4-27D5-497B-BFD0-1360ED9EF031}">
      <dgm:prSet/>
      <dgm:spPr/>
      <dgm:t>
        <a:bodyPr/>
        <a:lstStyle/>
        <a:p>
          <a:endParaRPr lang="pt-BR" noProof="0" dirty="0"/>
        </a:p>
      </dgm:t>
    </dgm:pt>
    <dgm:pt modelId="{9F1E9C27-CE9F-49FF-AACD-C74D878FEFFC}">
      <dgm:prSet/>
      <dgm:spPr/>
      <dgm:t>
        <a:bodyPr/>
        <a:lstStyle/>
        <a:p>
          <a:r>
            <a:rPr lang="pt-BR" noProof="0" dirty="0" err="1"/>
            <a:t>Deploy</a:t>
          </a:r>
          <a:r>
            <a:rPr lang="pt-BR" noProof="0" dirty="0"/>
            <a:t> (Implantação): automático via </a:t>
          </a:r>
          <a:r>
            <a:rPr lang="pt-BR" noProof="0" dirty="0" err="1"/>
            <a:t>Streamlit</a:t>
          </a:r>
          <a:r>
            <a:rPr lang="pt-BR" noProof="0" dirty="0"/>
            <a:t> Cloud (Público) conectado ao repositório.</a:t>
          </a:r>
        </a:p>
      </dgm:t>
    </dgm:pt>
    <dgm:pt modelId="{450B6D22-C4A3-41B1-9CDB-DC2DC6AD5B10}" type="parTrans" cxnId="{70EB7820-6D93-4DAA-A338-28898BB1AC18}">
      <dgm:prSet/>
      <dgm:spPr/>
      <dgm:t>
        <a:bodyPr/>
        <a:lstStyle/>
        <a:p>
          <a:endParaRPr lang="pt-BR" noProof="0" dirty="0"/>
        </a:p>
      </dgm:t>
    </dgm:pt>
    <dgm:pt modelId="{1C41A3E5-8454-4F9F-BEFD-897540CABF6B}" type="sibTrans" cxnId="{70EB7820-6D93-4DAA-A338-28898BB1AC18}">
      <dgm:prSet/>
      <dgm:spPr/>
      <dgm:t>
        <a:bodyPr/>
        <a:lstStyle/>
        <a:p>
          <a:endParaRPr lang="pt-BR" noProof="0" dirty="0"/>
        </a:p>
      </dgm:t>
    </dgm:pt>
    <dgm:pt modelId="{623005EA-821B-4C1F-8C4E-3B1440EFEAD6}">
      <dgm:prSet/>
      <dgm:spPr/>
      <dgm:t>
        <a:bodyPr/>
        <a:lstStyle/>
        <a:p>
          <a:r>
            <a:rPr lang="pt-BR" noProof="0" dirty="0"/>
            <a:t>Cloud </a:t>
          </a:r>
          <a:r>
            <a:rPr lang="pt-BR" noProof="0" dirty="0" err="1"/>
            <a:t>Computing</a:t>
          </a:r>
          <a:r>
            <a:rPr lang="pt-BR" noProof="0" dirty="0"/>
            <a:t> (nuvem): Processamento pesado delegado aos servidores do Google Earth </a:t>
          </a:r>
          <a:r>
            <a:rPr lang="pt-BR" noProof="0" dirty="0" err="1"/>
            <a:t>Engine</a:t>
          </a:r>
          <a:r>
            <a:rPr lang="pt-BR" noProof="0" dirty="0"/>
            <a:t>.</a:t>
          </a:r>
        </a:p>
      </dgm:t>
    </dgm:pt>
    <dgm:pt modelId="{CA54BD57-5BDA-42CE-9FA2-FCBE8DA15317}" type="parTrans" cxnId="{C8348383-A102-4162-8D38-18C331A05774}">
      <dgm:prSet/>
      <dgm:spPr/>
      <dgm:t>
        <a:bodyPr/>
        <a:lstStyle/>
        <a:p>
          <a:endParaRPr lang="pt-BR" noProof="0" dirty="0"/>
        </a:p>
      </dgm:t>
    </dgm:pt>
    <dgm:pt modelId="{EF127E74-2C42-49D7-B6AF-F1DA9069C32A}" type="sibTrans" cxnId="{C8348383-A102-4162-8D38-18C331A05774}">
      <dgm:prSet/>
      <dgm:spPr/>
      <dgm:t>
        <a:bodyPr/>
        <a:lstStyle/>
        <a:p>
          <a:endParaRPr lang="pt-BR" noProof="0" dirty="0"/>
        </a:p>
      </dgm:t>
    </dgm:pt>
    <dgm:pt modelId="{12DFDC01-49C1-4CFD-8ABF-A40503D7C3C3}">
      <dgm:prSet/>
      <dgm:spPr/>
      <dgm:t>
        <a:bodyPr/>
        <a:lstStyle/>
        <a:p>
          <a:r>
            <a:rPr lang="pt-BR" noProof="0" dirty="0"/>
            <a:t>Segurança: Gerenciamento de credenciais via '</a:t>
          </a:r>
          <a:r>
            <a:rPr lang="pt-BR" noProof="0" dirty="0" err="1"/>
            <a:t>secrets.toml</a:t>
          </a:r>
          <a:r>
            <a:rPr lang="pt-BR" noProof="0" dirty="0"/>
            <a:t>' (sem exposição no código).</a:t>
          </a:r>
        </a:p>
      </dgm:t>
    </dgm:pt>
    <dgm:pt modelId="{FA3322BE-6901-4B9C-8152-DA8541213558}" type="parTrans" cxnId="{4C873B93-1C76-47F6-8D78-E7BA0F6BFF21}">
      <dgm:prSet/>
      <dgm:spPr/>
      <dgm:t>
        <a:bodyPr/>
        <a:lstStyle/>
        <a:p>
          <a:endParaRPr lang="pt-BR" noProof="0" dirty="0"/>
        </a:p>
      </dgm:t>
    </dgm:pt>
    <dgm:pt modelId="{CD91DD02-C8DE-49BB-A111-B220546615BC}" type="sibTrans" cxnId="{4C873B93-1C76-47F6-8D78-E7BA0F6BFF21}">
      <dgm:prSet/>
      <dgm:spPr/>
      <dgm:t>
        <a:bodyPr/>
        <a:lstStyle/>
        <a:p>
          <a:endParaRPr lang="pt-BR" noProof="0" dirty="0"/>
        </a:p>
      </dgm:t>
    </dgm:pt>
    <dgm:pt modelId="{3CD5CCE6-EBA3-4503-B7B5-64B90AF35F19}" type="pres">
      <dgm:prSet presAssocID="{7A11ECD7-4C75-424E-8733-7A9322DD15CA}" presName="root" presStyleCnt="0">
        <dgm:presLayoutVars>
          <dgm:dir/>
          <dgm:resizeHandles val="exact"/>
        </dgm:presLayoutVars>
      </dgm:prSet>
      <dgm:spPr/>
    </dgm:pt>
    <dgm:pt modelId="{23BDA325-0ABC-4D34-A15D-B036F226969B}" type="pres">
      <dgm:prSet presAssocID="{E2356C7E-4DFB-4BA2-B7E8-4851D4351D2A}" presName="compNode" presStyleCnt="0"/>
      <dgm:spPr/>
    </dgm:pt>
    <dgm:pt modelId="{E14185DB-D0DB-4F70-ACCC-8F4D3CE12F41}" type="pres">
      <dgm:prSet presAssocID="{E2356C7E-4DFB-4BA2-B7E8-4851D4351D2A}" presName="bgRect" presStyleLbl="bgShp" presStyleIdx="0" presStyleCnt="4"/>
      <dgm:spPr/>
    </dgm:pt>
    <dgm:pt modelId="{9727A1BD-1CFE-4ACA-A37E-F14070726E1E}" type="pres">
      <dgm:prSet presAssocID="{E2356C7E-4DFB-4BA2-B7E8-4851D4351D2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4C3BB324-E741-4D9F-9805-F2F11A1557D5}" type="pres">
      <dgm:prSet presAssocID="{E2356C7E-4DFB-4BA2-B7E8-4851D4351D2A}" presName="spaceRect" presStyleCnt="0"/>
      <dgm:spPr/>
    </dgm:pt>
    <dgm:pt modelId="{7FA0CB17-E434-447B-9CD7-95F21F886E80}" type="pres">
      <dgm:prSet presAssocID="{E2356C7E-4DFB-4BA2-B7E8-4851D4351D2A}" presName="parTx" presStyleLbl="revTx" presStyleIdx="0" presStyleCnt="4">
        <dgm:presLayoutVars>
          <dgm:chMax val="0"/>
          <dgm:chPref val="0"/>
        </dgm:presLayoutVars>
      </dgm:prSet>
      <dgm:spPr/>
    </dgm:pt>
    <dgm:pt modelId="{EDC7DEBB-E549-413A-A72A-3C85501E0705}" type="pres">
      <dgm:prSet presAssocID="{3FA0CD29-9CD2-496C-BDB2-C630287C131E}" presName="sibTrans" presStyleCnt="0"/>
      <dgm:spPr/>
    </dgm:pt>
    <dgm:pt modelId="{D9AE7E23-EED5-4120-9A0A-50F7A1BFE68F}" type="pres">
      <dgm:prSet presAssocID="{9F1E9C27-CE9F-49FF-AACD-C74D878FEFFC}" presName="compNode" presStyleCnt="0"/>
      <dgm:spPr/>
    </dgm:pt>
    <dgm:pt modelId="{07D52753-B062-40A9-946B-0E08BB3AA81F}" type="pres">
      <dgm:prSet presAssocID="{9F1E9C27-CE9F-49FF-AACD-C74D878FEFFC}" presName="bgRect" presStyleLbl="bgShp" presStyleIdx="1" presStyleCnt="4"/>
      <dgm:spPr/>
    </dgm:pt>
    <dgm:pt modelId="{2ED3C6AB-66BB-428A-9FBF-0A9DFBD30598}" type="pres">
      <dgm:prSet presAssocID="{9F1E9C27-CE9F-49FF-AACD-C74D878FEFF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uvem"/>
        </a:ext>
      </dgm:extLst>
    </dgm:pt>
    <dgm:pt modelId="{0D07F84F-F0A5-4208-9C76-2865AC2E0FB9}" type="pres">
      <dgm:prSet presAssocID="{9F1E9C27-CE9F-49FF-AACD-C74D878FEFFC}" presName="spaceRect" presStyleCnt="0"/>
      <dgm:spPr/>
    </dgm:pt>
    <dgm:pt modelId="{63AAB79E-E485-46B0-8893-468419664DF3}" type="pres">
      <dgm:prSet presAssocID="{9F1E9C27-CE9F-49FF-AACD-C74D878FEFFC}" presName="parTx" presStyleLbl="revTx" presStyleIdx="1" presStyleCnt="4">
        <dgm:presLayoutVars>
          <dgm:chMax val="0"/>
          <dgm:chPref val="0"/>
        </dgm:presLayoutVars>
      </dgm:prSet>
      <dgm:spPr/>
    </dgm:pt>
    <dgm:pt modelId="{F580EBDD-227B-4351-B8F4-2D27DF1D305D}" type="pres">
      <dgm:prSet presAssocID="{1C41A3E5-8454-4F9F-BEFD-897540CABF6B}" presName="sibTrans" presStyleCnt="0"/>
      <dgm:spPr/>
    </dgm:pt>
    <dgm:pt modelId="{B2CF4FF1-A401-420F-BE01-4BCEA8CBD129}" type="pres">
      <dgm:prSet presAssocID="{623005EA-821B-4C1F-8C4E-3B1440EFEAD6}" presName="compNode" presStyleCnt="0"/>
      <dgm:spPr/>
    </dgm:pt>
    <dgm:pt modelId="{24D697A8-D70C-468C-9570-1ABCAD91EA1E}" type="pres">
      <dgm:prSet presAssocID="{623005EA-821B-4C1F-8C4E-3B1440EFEAD6}" presName="bgRect" presStyleLbl="bgShp" presStyleIdx="2" presStyleCnt="4"/>
      <dgm:spPr/>
    </dgm:pt>
    <dgm:pt modelId="{F8142162-17DB-4415-96C2-45E6426BCC35}" type="pres">
      <dgm:prSet presAssocID="{623005EA-821B-4C1F-8C4E-3B1440EFEAD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50ADED9E-083C-4263-922C-BAF0EF707398}" type="pres">
      <dgm:prSet presAssocID="{623005EA-821B-4C1F-8C4E-3B1440EFEAD6}" presName="spaceRect" presStyleCnt="0"/>
      <dgm:spPr/>
    </dgm:pt>
    <dgm:pt modelId="{87A93BEE-8D5E-426D-AE8F-34FBBEC26ED5}" type="pres">
      <dgm:prSet presAssocID="{623005EA-821B-4C1F-8C4E-3B1440EFEAD6}" presName="parTx" presStyleLbl="revTx" presStyleIdx="2" presStyleCnt="4">
        <dgm:presLayoutVars>
          <dgm:chMax val="0"/>
          <dgm:chPref val="0"/>
        </dgm:presLayoutVars>
      </dgm:prSet>
      <dgm:spPr/>
    </dgm:pt>
    <dgm:pt modelId="{3ECE1E88-1E7A-4B63-A9CA-ACE9F79A79B3}" type="pres">
      <dgm:prSet presAssocID="{EF127E74-2C42-49D7-B6AF-F1DA9069C32A}" presName="sibTrans" presStyleCnt="0"/>
      <dgm:spPr/>
    </dgm:pt>
    <dgm:pt modelId="{5008ABE6-4566-4CF4-AA21-38446F2CE4F6}" type="pres">
      <dgm:prSet presAssocID="{12DFDC01-49C1-4CFD-8ABF-A40503D7C3C3}" presName="compNode" presStyleCnt="0"/>
      <dgm:spPr/>
    </dgm:pt>
    <dgm:pt modelId="{12A4CB8D-EB63-4769-934D-63438D7D8783}" type="pres">
      <dgm:prSet presAssocID="{12DFDC01-49C1-4CFD-8ABF-A40503D7C3C3}" presName="bgRect" presStyleLbl="bgShp" presStyleIdx="3" presStyleCnt="4"/>
      <dgm:spPr/>
    </dgm:pt>
    <dgm:pt modelId="{2ABEE303-B67A-4740-9FE0-C9110F3783E6}" type="pres">
      <dgm:prSet presAssocID="{12DFDC01-49C1-4CFD-8ABF-A40503D7C3C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22E676F0-E04B-49B5-9186-5536C1643919}" type="pres">
      <dgm:prSet presAssocID="{12DFDC01-49C1-4CFD-8ABF-A40503D7C3C3}" presName="spaceRect" presStyleCnt="0"/>
      <dgm:spPr/>
    </dgm:pt>
    <dgm:pt modelId="{E032BED5-FA67-42F7-A03E-761467E2E603}" type="pres">
      <dgm:prSet presAssocID="{12DFDC01-49C1-4CFD-8ABF-A40503D7C3C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0EB7820-6D93-4DAA-A338-28898BB1AC18}" srcId="{7A11ECD7-4C75-424E-8733-7A9322DD15CA}" destId="{9F1E9C27-CE9F-49FF-AACD-C74D878FEFFC}" srcOrd="1" destOrd="0" parTransId="{450B6D22-C4A3-41B1-9CDB-DC2DC6AD5B10}" sibTransId="{1C41A3E5-8454-4F9F-BEFD-897540CABF6B}"/>
    <dgm:cxn modelId="{AB507E31-C157-4DA7-84C8-33307CE7EDC1}" type="presOf" srcId="{9F1E9C27-CE9F-49FF-AACD-C74D878FEFFC}" destId="{63AAB79E-E485-46B0-8893-468419664DF3}" srcOrd="0" destOrd="0" presId="urn:microsoft.com/office/officeart/2018/2/layout/IconVerticalSolidList"/>
    <dgm:cxn modelId="{DEAD0462-E214-471D-8562-94CEAFBA6807}" type="presOf" srcId="{7A11ECD7-4C75-424E-8733-7A9322DD15CA}" destId="{3CD5CCE6-EBA3-4503-B7B5-64B90AF35F19}" srcOrd="0" destOrd="0" presId="urn:microsoft.com/office/officeart/2018/2/layout/IconVerticalSolidList"/>
    <dgm:cxn modelId="{C8348383-A102-4162-8D38-18C331A05774}" srcId="{7A11ECD7-4C75-424E-8733-7A9322DD15CA}" destId="{623005EA-821B-4C1F-8C4E-3B1440EFEAD6}" srcOrd="2" destOrd="0" parTransId="{CA54BD57-5BDA-42CE-9FA2-FCBE8DA15317}" sibTransId="{EF127E74-2C42-49D7-B6AF-F1DA9069C32A}"/>
    <dgm:cxn modelId="{4C873B93-1C76-47F6-8D78-E7BA0F6BFF21}" srcId="{7A11ECD7-4C75-424E-8733-7A9322DD15CA}" destId="{12DFDC01-49C1-4CFD-8ABF-A40503D7C3C3}" srcOrd="3" destOrd="0" parTransId="{FA3322BE-6901-4B9C-8152-DA8541213558}" sibTransId="{CD91DD02-C8DE-49BB-A111-B220546615BC}"/>
    <dgm:cxn modelId="{74D75D98-426C-43C5-BB9E-482544BC89FB}" type="presOf" srcId="{12DFDC01-49C1-4CFD-8ABF-A40503D7C3C3}" destId="{E032BED5-FA67-42F7-A03E-761467E2E603}" srcOrd="0" destOrd="0" presId="urn:microsoft.com/office/officeart/2018/2/layout/IconVerticalSolidList"/>
    <dgm:cxn modelId="{144123D4-25CE-4787-9106-3A1B84AC2DE2}" type="presOf" srcId="{623005EA-821B-4C1F-8C4E-3B1440EFEAD6}" destId="{87A93BEE-8D5E-426D-AE8F-34FBBEC26ED5}" srcOrd="0" destOrd="0" presId="urn:microsoft.com/office/officeart/2018/2/layout/IconVerticalSolidList"/>
    <dgm:cxn modelId="{DF4D3BD4-27D5-497B-BFD0-1360ED9EF031}" srcId="{7A11ECD7-4C75-424E-8733-7A9322DD15CA}" destId="{E2356C7E-4DFB-4BA2-B7E8-4851D4351D2A}" srcOrd="0" destOrd="0" parTransId="{B42A7872-BB05-421B-91F8-A582424B21FD}" sibTransId="{3FA0CD29-9CD2-496C-BDB2-C630287C131E}"/>
    <dgm:cxn modelId="{FCD7D4EC-55B4-4C9C-97C1-B76779537AA3}" type="presOf" srcId="{E2356C7E-4DFB-4BA2-B7E8-4851D4351D2A}" destId="{7FA0CB17-E434-447B-9CD7-95F21F886E80}" srcOrd="0" destOrd="0" presId="urn:microsoft.com/office/officeart/2018/2/layout/IconVerticalSolidList"/>
    <dgm:cxn modelId="{15A666A8-F04B-4EF9-883B-A01367CCE9C0}" type="presParOf" srcId="{3CD5CCE6-EBA3-4503-B7B5-64B90AF35F19}" destId="{23BDA325-0ABC-4D34-A15D-B036F226969B}" srcOrd="0" destOrd="0" presId="urn:microsoft.com/office/officeart/2018/2/layout/IconVerticalSolidList"/>
    <dgm:cxn modelId="{240BABAD-0554-4F6C-8BE4-E649E928BEDE}" type="presParOf" srcId="{23BDA325-0ABC-4D34-A15D-B036F226969B}" destId="{E14185DB-D0DB-4F70-ACCC-8F4D3CE12F41}" srcOrd="0" destOrd="0" presId="urn:microsoft.com/office/officeart/2018/2/layout/IconVerticalSolidList"/>
    <dgm:cxn modelId="{343DBC6F-D347-48A6-BCC9-1CFBA1673BC6}" type="presParOf" srcId="{23BDA325-0ABC-4D34-A15D-B036F226969B}" destId="{9727A1BD-1CFE-4ACA-A37E-F14070726E1E}" srcOrd="1" destOrd="0" presId="urn:microsoft.com/office/officeart/2018/2/layout/IconVerticalSolidList"/>
    <dgm:cxn modelId="{9E2927F4-F074-446F-ABA7-9A535C4B54EB}" type="presParOf" srcId="{23BDA325-0ABC-4D34-A15D-B036F226969B}" destId="{4C3BB324-E741-4D9F-9805-F2F11A1557D5}" srcOrd="2" destOrd="0" presId="urn:microsoft.com/office/officeart/2018/2/layout/IconVerticalSolidList"/>
    <dgm:cxn modelId="{60E5A095-0F9B-427E-85A9-7EF093CEAB49}" type="presParOf" srcId="{23BDA325-0ABC-4D34-A15D-B036F226969B}" destId="{7FA0CB17-E434-447B-9CD7-95F21F886E80}" srcOrd="3" destOrd="0" presId="urn:microsoft.com/office/officeart/2018/2/layout/IconVerticalSolidList"/>
    <dgm:cxn modelId="{884B4444-26FB-4EE1-8DA1-DE4ACADA7172}" type="presParOf" srcId="{3CD5CCE6-EBA3-4503-B7B5-64B90AF35F19}" destId="{EDC7DEBB-E549-413A-A72A-3C85501E0705}" srcOrd="1" destOrd="0" presId="urn:microsoft.com/office/officeart/2018/2/layout/IconVerticalSolidList"/>
    <dgm:cxn modelId="{C1581E84-338D-4E65-AD57-4EE6FB2B4F6C}" type="presParOf" srcId="{3CD5CCE6-EBA3-4503-B7B5-64B90AF35F19}" destId="{D9AE7E23-EED5-4120-9A0A-50F7A1BFE68F}" srcOrd="2" destOrd="0" presId="urn:microsoft.com/office/officeart/2018/2/layout/IconVerticalSolidList"/>
    <dgm:cxn modelId="{5873A945-32CF-44EA-AC17-A55145923961}" type="presParOf" srcId="{D9AE7E23-EED5-4120-9A0A-50F7A1BFE68F}" destId="{07D52753-B062-40A9-946B-0E08BB3AA81F}" srcOrd="0" destOrd="0" presId="urn:microsoft.com/office/officeart/2018/2/layout/IconVerticalSolidList"/>
    <dgm:cxn modelId="{E3486C42-3AE1-456F-B9F8-0DD169E159F5}" type="presParOf" srcId="{D9AE7E23-EED5-4120-9A0A-50F7A1BFE68F}" destId="{2ED3C6AB-66BB-428A-9FBF-0A9DFBD30598}" srcOrd="1" destOrd="0" presId="urn:microsoft.com/office/officeart/2018/2/layout/IconVerticalSolidList"/>
    <dgm:cxn modelId="{21B2844F-2778-4E21-9EF6-4053D6DE0EAE}" type="presParOf" srcId="{D9AE7E23-EED5-4120-9A0A-50F7A1BFE68F}" destId="{0D07F84F-F0A5-4208-9C76-2865AC2E0FB9}" srcOrd="2" destOrd="0" presId="urn:microsoft.com/office/officeart/2018/2/layout/IconVerticalSolidList"/>
    <dgm:cxn modelId="{99CB77F6-EBB1-41D5-8127-3D18485230F6}" type="presParOf" srcId="{D9AE7E23-EED5-4120-9A0A-50F7A1BFE68F}" destId="{63AAB79E-E485-46B0-8893-468419664DF3}" srcOrd="3" destOrd="0" presId="urn:microsoft.com/office/officeart/2018/2/layout/IconVerticalSolidList"/>
    <dgm:cxn modelId="{432F7436-75F1-4323-A543-4DA4570C22AB}" type="presParOf" srcId="{3CD5CCE6-EBA3-4503-B7B5-64B90AF35F19}" destId="{F580EBDD-227B-4351-B8F4-2D27DF1D305D}" srcOrd="3" destOrd="0" presId="urn:microsoft.com/office/officeart/2018/2/layout/IconVerticalSolidList"/>
    <dgm:cxn modelId="{33D89960-2D69-4950-9001-E64BA8E7E9B7}" type="presParOf" srcId="{3CD5CCE6-EBA3-4503-B7B5-64B90AF35F19}" destId="{B2CF4FF1-A401-420F-BE01-4BCEA8CBD129}" srcOrd="4" destOrd="0" presId="urn:microsoft.com/office/officeart/2018/2/layout/IconVerticalSolidList"/>
    <dgm:cxn modelId="{D67E61D3-0AAC-4F73-82C6-ED2DF5CFE575}" type="presParOf" srcId="{B2CF4FF1-A401-420F-BE01-4BCEA8CBD129}" destId="{24D697A8-D70C-468C-9570-1ABCAD91EA1E}" srcOrd="0" destOrd="0" presId="urn:microsoft.com/office/officeart/2018/2/layout/IconVerticalSolidList"/>
    <dgm:cxn modelId="{C31A15D6-4DD7-4CE5-9A35-4E40989CEBD2}" type="presParOf" srcId="{B2CF4FF1-A401-420F-BE01-4BCEA8CBD129}" destId="{F8142162-17DB-4415-96C2-45E6426BCC35}" srcOrd="1" destOrd="0" presId="urn:microsoft.com/office/officeart/2018/2/layout/IconVerticalSolidList"/>
    <dgm:cxn modelId="{EDB035CC-4696-44B0-9D09-E3E81E83776E}" type="presParOf" srcId="{B2CF4FF1-A401-420F-BE01-4BCEA8CBD129}" destId="{50ADED9E-083C-4263-922C-BAF0EF707398}" srcOrd="2" destOrd="0" presId="urn:microsoft.com/office/officeart/2018/2/layout/IconVerticalSolidList"/>
    <dgm:cxn modelId="{3AAC28B2-241D-40B5-99C6-BC1A2B4E0FA0}" type="presParOf" srcId="{B2CF4FF1-A401-420F-BE01-4BCEA8CBD129}" destId="{87A93BEE-8D5E-426D-AE8F-34FBBEC26ED5}" srcOrd="3" destOrd="0" presId="urn:microsoft.com/office/officeart/2018/2/layout/IconVerticalSolidList"/>
    <dgm:cxn modelId="{0CB8F408-BD36-4BA8-8B44-134DC4F57140}" type="presParOf" srcId="{3CD5CCE6-EBA3-4503-B7B5-64B90AF35F19}" destId="{3ECE1E88-1E7A-4B63-A9CA-ACE9F79A79B3}" srcOrd="5" destOrd="0" presId="urn:microsoft.com/office/officeart/2018/2/layout/IconVerticalSolidList"/>
    <dgm:cxn modelId="{136AC277-CC19-41E4-8DBA-5B204C570A3C}" type="presParOf" srcId="{3CD5CCE6-EBA3-4503-B7B5-64B90AF35F19}" destId="{5008ABE6-4566-4CF4-AA21-38446F2CE4F6}" srcOrd="6" destOrd="0" presId="urn:microsoft.com/office/officeart/2018/2/layout/IconVerticalSolidList"/>
    <dgm:cxn modelId="{2AB4D59F-0CEA-4764-A5DE-56336B4D2732}" type="presParOf" srcId="{5008ABE6-4566-4CF4-AA21-38446F2CE4F6}" destId="{12A4CB8D-EB63-4769-934D-63438D7D8783}" srcOrd="0" destOrd="0" presId="urn:microsoft.com/office/officeart/2018/2/layout/IconVerticalSolidList"/>
    <dgm:cxn modelId="{8FF4B87C-642B-4A9B-A435-7BE136772B7C}" type="presParOf" srcId="{5008ABE6-4566-4CF4-AA21-38446F2CE4F6}" destId="{2ABEE303-B67A-4740-9FE0-C9110F3783E6}" srcOrd="1" destOrd="0" presId="urn:microsoft.com/office/officeart/2018/2/layout/IconVerticalSolidList"/>
    <dgm:cxn modelId="{E9835801-AAAA-4889-96AC-C3AE4304D307}" type="presParOf" srcId="{5008ABE6-4566-4CF4-AA21-38446F2CE4F6}" destId="{22E676F0-E04B-49B5-9186-5536C1643919}" srcOrd="2" destOrd="0" presId="urn:microsoft.com/office/officeart/2018/2/layout/IconVerticalSolidList"/>
    <dgm:cxn modelId="{E7EECF32-8E0C-4512-940A-79FE0D49ADC4}" type="presParOf" srcId="{5008ABE6-4566-4CF4-AA21-38446F2CE4F6}" destId="{E032BED5-FA67-42F7-A03E-761467E2E6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B9A1E2-2B7E-450C-9863-57EB08526A2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4EDCE59-D115-48B6-945D-1A08D7CC6D6A}">
      <dgm:prSet/>
      <dgm:spPr/>
      <dgm:t>
        <a:bodyPr/>
        <a:lstStyle/>
        <a:p>
          <a:r>
            <a:rPr lang="pt-BR" noProof="0" dirty="0"/>
            <a:t>Dados Híbridos: Lógica para alternar entre coleções Mensais, Diárias (média histórica) e Horárias (momentâneas).</a:t>
          </a:r>
        </a:p>
      </dgm:t>
    </dgm:pt>
    <dgm:pt modelId="{5A7158FE-5B92-4809-B124-47D33AF73C4D}" type="parTrans" cxnId="{37A21AB3-6DC9-4E41-80A7-F7C59AD4A9DF}">
      <dgm:prSet/>
      <dgm:spPr/>
      <dgm:t>
        <a:bodyPr/>
        <a:lstStyle/>
        <a:p>
          <a:endParaRPr lang="pt-BR" noProof="0" dirty="0"/>
        </a:p>
      </dgm:t>
    </dgm:pt>
    <dgm:pt modelId="{F4E019F8-FE77-4ACF-9573-6B5730188BEC}" type="sibTrans" cxnId="{37A21AB3-6DC9-4E41-80A7-F7C59AD4A9DF}">
      <dgm:prSet/>
      <dgm:spPr/>
      <dgm:t>
        <a:bodyPr/>
        <a:lstStyle/>
        <a:p>
          <a:endParaRPr lang="pt-BR" noProof="0" dirty="0"/>
        </a:p>
      </dgm:t>
    </dgm:pt>
    <dgm:pt modelId="{B649F40A-ECCF-4D4E-8FE3-1EDD42AAAC5F}">
      <dgm:prSet/>
      <dgm:spPr/>
      <dgm:t>
        <a:bodyPr/>
        <a:lstStyle/>
        <a:p>
          <a:r>
            <a:rPr lang="pt-BR" noProof="0" dirty="0"/>
            <a:t>Interatividade: Ferramenta de desenho de polígonos e círculos integrada ao fluxo do GEE.</a:t>
          </a:r>
        </a:p>
      </dgm:t>
    </dgm:pt>
    <dgm:pt modelId="{59DC76A7-ED4E-4B2E-A94A-FE225857648F}" type="parTrans" cxnId="{CD28E086-CBBF-4E66-B865-5C821FFB7299}">
      <dgm:prSet/>
      <dgm:spPr/>
      <dgm:t>
        <a:bodyPr/>
        <a:lstStyle/>
        <a:p>
          <a:endParaRPr lang="pt-BR" noProof="0" dirty="0"/>
        </a:p>
      </dgm:t>
    </dgm:pt>
    <dgm:pt modelId="{4D920A0D-788A-49ED-B466-A6E58FA846C1}" type="sibTrans" cxnId="{CD28E086-CBBF-4E66-B865-5C821FFB7299}">
      <dgm:prSet/>
      <dgm:spPr/>
      <dgm:t>
        <a:bodyPr/>
        <a:lstStyle/>
        <a:p>
          <a:endParaRPr lang="pt-BR" noProof="0" dirty="0"/>
        </a:p>
      </dgm:t>
    </dgm:pt>
    <dgm:pt modelId="{47621F08-4C9F-4D3A-8195-D33616CD99B1}">
      <dgm:prSet/>
      <dgm:spPr/>
      <dgm:t>
        <a:bodyPr/>
        <a:lstStyle/>
        <a:p>
          <a:r>
            <a:rPr lang="pt-BR" noProof="0" dirty="0"/>
            <a:t>Padronização de Dados: Tratamento de unidades diferentes entre </a:t>
          </a:r>
          <a:r>
            <a:rPr lang="pt-BR" noProof="0" dirty="0" err="1"/>
            <a:t>datasets</a:t>
          </a:r>
          <a:r>
            <a:rPr lang="pt-BR" noProof="0" dirty="0"/>
            <a:t> (</a:t>
          </a:r>
          <a:r>
            <a:rPr lang="pt-BR" noProof="0" dirty="0" err="1"/>
            <a:t>ex</a:t>
          </a:r>
          <a:r>
            <a:rPr lang="pt-BR" noProof="0" dirty="0"/>
            <a:t>: mm </a:t>
          </a:r>
          <a:r>
            <a:rPr lang="pt-BR" noProof="0" dirty="0" err="1"/>
            <a:t>vs</a:t>
          </a:r>
          <a:r>
            <a:rPr lang="pt-BR" noProof="0" dirty="0"/>
            <a:t> m para chuva).</a:t>
          </a:r>
        </a:p>
      </dgm:t>
    </dgm:pt>
    <dgm:pt modelId="{BD2D89C5-FFAC-4382-990C-3527A4EE516C}" type="parTrans" cxnId="{E0BB5404-AD77-4B26-A826-4066FB92FA8A}">
      <dgm:prSet/>
      <dgm:spPr/>
      <dgm:t>
        <a:bodyPr/>
        <a:lstStyle/>
        <a:p>
          <a:endParaRPr lang="pt-BR" noProof="0" dirty="0"/>
        </a:p>
      </dgm:t>
    </dgm:pt>
    <dgm:pt modelId="{D7D10DFD-2945-43A2-B0B0-CEF0A93FD749}" type="sibTrans" cxnId="{E0BB5404-AD77-4B26-A826-4066FB92FA8A}">
      <dgm:prSet/>
      <dgm:spPr/>
      <dgm:t>
        <a:bodyPr/>
        <a:lstStyle/>
        <a:p>
          <a:endParaRPr lang="pt-BR" noProof="0" dirty="0"/>
        </a:p>
      </dgm:t>
    </dgm:pt>
    <dgm:pt modelId="{26C314F6-21F4-494B-AA2A-35BF761228A8}">
      <dgm:prSet/>
      <dgm:spPr/>
      <dgm:t>
        <a:bodyPr/>
        <a:lstStyle/>
        <a:p>
          <a:r>
            <a:rPr lang="pt-BR" noProof="0" dirty="0"/>
            <a:t>Feedback visual imediato e tratamento de erros.</a:t>
          </a:r>
        </a:p>
      </dgm:t>
    </dgm:pt>
    <dgm:pt modelId="{12A205ED-9DA8-4649-BFAF-06E50D1548AD}" type="parTrans" cxnId="{CAD81AC1-543D-4B04-B0B9-EDD24D32F42E}">
      <dgm:prSet/>
      <dgm:spPr/>
      <dgm:t>
        <a:bodyPr/>
        <a:lstStyle/>
        <a:p>
          <a:endParaRPr lang="pt-BR" noProof="0" dirty="0"/>
        </a:p>
      </dgm:t>
    </dgm:pt>
    <dgm:pt modelId="{C8523799-6065-44C7-B59B-28EC1F60C91B}" type="sibTrans" cxnId="{CAD81AC1-543D-4B04-B0B9-EDD24D32F42E}">
      <dgm:prSet/>
      <dgm:spPr/>
      <dgm:t>
        <a:bodyPr/>
        <a:lstStyle/>
        <a:p>
          <a:endParaRPr lang="pt-BR" noProof="0" dirty="0"/>
        </a:p>
      </dgm:t>
    </dgm:pt>
    <dgm:pt modelId="{50A67A30-8556-4A1E-AE9D-E92F955F3710}" type="pres">
      <dgm:prSet presAssocID="{A1B9A1E2-2B7E-450C-9863-57EB08526A20}" presName="root" presStyleCnt="0">
        <dgm:presLayoutVars>
          <dgm:dir/>
          <dgm:resizeHandles val="exact"/>
        </dgm:presLayoutVars>
      </dgm:prSet>
      <dgm:spPr/>
    </dgm:pt>
    <dgm:pt modelId="{88575B0F-B451-4441-BCB1-210D6A4CA055}" type="pres">
      <dgm:prSet presAssocID="{74EDCE59-D115-48B6-945D-1A08D7CC6D6A}" presName="compNode" presStyleCnt="0"/>
      <dgm:spPr/>
    </dgm:pt>
    <dgm:pt modelId="{174DE6DD-CC4D-44F0-A487-264B2ACC3A0D}" type="pres">
      <dgm:prSet presAssocID="{74EDCE59-D115-48B6-945D-1A08D7CC6D6A}" presName="bgRect" presStyleLbl="bgShp" presStyleIdx="0" presStyleCnt="4"/>
      <dgm:spPr/>
    </dgm:pt>
    <dgm:pt modelId="{07E02C18-B5DF-4904-895E-B02D7974F175}" type="pres">
      <dgm:prSet presAssocID="{74EDCE59-D115-48B6-945D-1A08D7CC6D6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4AAD2CB8-7966-4FF6-A0C4-52600BF35397}" type="pres">
      <dgm:prSet presAssocID="{74EDCE59-D115-48B6-945D-1A08D7CC6D6A}" presName="spaceRect" presStyleCnt="0"/>
      <dgm:spPr/>
    </dgm:pt>
    <dgm:pt modelId="{6DF06E58-672C-407F-8D59-C1145C4A7BFE}" type="pres">
      <dgm:prSet presAssocID="{74EDCE59-D115-48B6-945D-1A08D7CC6D6A}" presName="parTx" presStyleLbl="revTx" presStyleIdx="0" presStyleCnt="4">
        <dgm:presLayoutVars>
          <dgm:chMax val="0"/>
          <dgm:chPref val="0"/>
        </dgm:presLayoutVars>
      </dgm:prSet>
      <dgm:spPr/>
    </dgm:pt>
    <dgm:pt modelId="{78769170-41E6-413D-9645-678BE96DB206}" type="pres">
      <dgm:prSet presAssocID="{F4E019F8-FE77-4ACF-9573-6B5730188BEC}" presName="sibTrans" presStyleCnt="0"/>
      <dgm:spPr/>
    </dgm:pt>
    <dgm:pt modelId="{274869D8-D188-4D6E-9053-78AF989A059A}" type="pres">
      <dgm:prSet presAssocID="{B649F40A-ECCF-4D4E-8FE3-1EDD42AAAC5F}" presName="compNode" presStyleCnt="0"/>
      <dgm:spPr/>
    </dgm:pt>
    <dgm:pt modelId="{5CD0F26B-4B2E-4ECA-8DD7-B69C1260B5B8}" type="pres">
      <dgm:prSet presAssocID="{B649F40A-ECCF-4D4E-8FE3-1EDD42AAAC5F}" presName="bgRect" presStyleLbl="bgShp" presStyleIdx="1" presStyleCnt="4"/>
      <dgm:spPr/>
    </dgm:pt>
    <dgm:pt modelId="{7068CE46-6129-498B-A761-1FA305205C37}" type="pres">
      <dgm:prSet presAssocID="{B649F40A-ECCF-4D4E-8FE3-1EDD42AAAC5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6EDFFFBC-0936-4E40-BF8A-4B88C582226E}" type="pres">
      <dgm:prSet presAssocID="{B649F40A-ECCF-4D4E-8FE3-1EDD42AAAC5F}" presName="spaceRect" presStyleCnt="0"/>
      <dgm:spPr/>
    </dgm:pt>
    <dgm:pt modelId="{8F3D3ACD-02CE-4893-9C8D-38FB0D182B2F}" type="pres">
      <dgm:prSet presAssocID="{B649F40A-ECCF-4D4E-8FE3-1EDD42AAAC5F}" presName="parTx" presStyleLbl="revTx" presStyleIdx="1" presStyleCnt="4">
        <dgm:presLayoutVars>
          <dgm:chMax val="0"/>
          <dgm:chPref val="0"/>
        </dgm:presLayoutVars>
      </dgm:prSet>
      <dgm:spPr/>
    </dgm:pt>
    <dgm:pt modelId="{C0A0F812-5A0D-4AE4-BAA2-A7FAF7D247FA}" type="pres">
      <dgm:prSet presAssocID="{4D920A0D-788A-49ED-B466-A6E58FA846C1}" presName="sibTrans" presStyleCnt="0"/>
      <dgm:spPr/>
    </dgm:pt>
    <dgm:pt modelId="{60E3A3FB-E321-4578-93EB-C32CA33F7BC7}" type="pres">
      <dgm:prSet presAssocID="{47621F08-4C9F-4D3A-8195-D33616CD99B1}" presName="compNode" presStyleCnt="0"/>
      <dgm:spPr/>
    </dgm:pt>
    <dgm:pt modelId="{7F95C928-1B85-486B-85F0-6904D1A35192}" type="pres">
      <dgm:prSet presAssocID="{47621F08-4C9F-4D3A-8195-D33616CD99B1}" presName="bgRect" presStyleLbl="bgShp" presStyleIdx="2" presStyleCnt="4"/>
      <dgm:spPr/>
    </dgm:pt>
    <dgm:pt modelId="{3310A8DC-8A15-4576-94A3-E6795CDCEC43}" type="pres">
      <dgm:prSet presAssocID="{47621F08-4C9F-4D3A-8195-D33616CD99B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Água"/>
        </a:ext>
      </dgm:extLst>
    </dgm:pt>
    <dgm:pt modelId="{CE62D399-A0BC-456B-892A-D10B47673400}" type="pres">
      <dgm:prSet presAssocID="{47621F08-4C9F-4D3A-8195-D33616CD99B1}" presName="spaceRect" presStyleCnt="0"/>
      <dgm:spPr/>
    </dgm:pt>
    <dgm:pt modelId="{DD603E94-C712-4BAE-AA67-A846FA2608A1}" type="pres">
      <dgm:prSet presAssocID="{47621F08-4C9F-4D3A-8195-D33616CD99B1}" presName="parTx" presStyleLbl="revTx" presStyleIdx="2" presStyleCnt="4">
        <dgm:presLayoutVars>
          <dgm:chMax val="0"/>
          <dgm:chPref val="0"/>
        </dgm:presLayoutVars>
      </dgm:prSet>
      <dgm:spPr/>
    </dgm:pt>
    <dgm:pt modelId="{8A28C1CB-3CFC-4788-A503-B0C006219F19}" type="pres">
      <dgm:prSet presAssocID="{D7D10DFD-2945-43A2-B0B0-CEF0A93FD749}" presName="sibTrans" presStyleCnt="0"/>
      <dgm:spPr/>
    </dgm:pt>
    <dgm:pt modelId="{849F12E3-5990-4AD2-801B-84EDE96AC668}" type="pres">
      <dgm:prSet presAssocID="{26C314F6-21F4-494B-AA2A-35BF761228A8}" presName="compNode" presStyleCnt="0"/>
      <dgm:spPr/>
    </dgm:pt>
    <dgm:pt modelId="{202A5C62-350F-4EBF-B6AA-D0591A45A882}" type="pres">
      <dgm:prSet presAssocID="{26C314F6-21F4-494B-AA2A-35BF761228A8}" presName="bgRect" presStyleLbl="bgShp" presStyleIdx="3" presStyleCnt="4"/>
      <dgm:spPr/>
    </dgm:pt>
    <dgm:pt modelId="{16240B27-CC93-483A-ACF8-56214F895599}" type="pres">
      <dgm:prSet presAssocID="{26C314F6-21F4-494B-AA2A-35BF761228A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0C77E09-0004-481F-B96D-985EBB4B03A2}" type="pres">
      <dgm:prSet presAssocID="{26C314F6-21F4-494B-AA2A-35BF761228A8}" presName="spaceRect" presStyleCnt="0"/>
      <dgm:spPr/>
    </dgm:pt>
    <dgm:pt modelId="{49DD0321-C1B8-421A-9A9F-DE91EB70189C}" type="pres">
      <dgm:prSet presAssocID="{26C314F6-21F4-494B-AA2A-35BF761228A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0BB5404-AD77-4B26-A826-4066FB92FA8A}" srcId="{A1B9A1E2-2B7E-450C-9863-57EB08526A20}" destId="{47621F08-4C9F-4D3A-8195-D33616CD99B1}" srcOrd="2" destOrd="0" parTransId="{BD2D89C5-FFAC-4382-990C-3527A4EE516C}" sibTransId="{D7D10DFD-2945-43A2-B0B0-CEF0A93FD749}"/>
    <dgm:cxn modelId="{5BB34F77-B375-4D96-A70E-0DA4C98CD902}" type="presOf" srcId="{47621F08-4C9F-4D3A-8195-D33616CD99B1}" destId="{DD603E94-C712-4BAE-AA67-A846FA2608A1}" srcOrd="0" destOrd="0" presId="urn:microsoft.com/office/officeart/2018/2/layout/IconVerticalSolidList"/>
    <dgm:cxn modelId="{CD28E086-CBBF-4E66-B865-5C821FFB7299}" srcId="{A1B9A1E2-2B7E-450C-9863-57EB08526A20}" destId="{B649F40A-ECCF-4D4E-8FE3-1EDD42AAAC5F}" srcOrd="1" destOrd="0" parTransId="{59DC76A7-ED4E-4B2E-A94A-FE225857648F}" sibTransId="{4D920A0D-788A-49ED-B466-A6E58FA846C1}"/>
    <dgm:cxn modelId="{8DEDFC8C-714A-458A-BE32-0480A222992C}" type="presOf" srcId="{26C314F6-21F4-494B-AA2A-35BF761228A8}" destId="{49DD0321-C1B8-421A-9A9F-DE91EB70189C}" srcOrd="0" destOrd="0" presId="urn:microsoft.com/office/officeart/2018/2/layout/IconVerticalSolidList"/>
    <dgm:cxn modelId="{37A21AB3-6DC9-4E41-80A7-F7C59AD4A9DF}" srcId="{A1B9A1E2-2B7E-450C-9863-57EB08526A20}" destId="{74EDCE59-D115-48B6-945D-1A08D7CC6D6A}" srcOrd="0" destOrd="0" parTransId="{5A7158FE-5B92-4809-B124-47D33AF73C4D}" sibTransId="{F4E019F8-FE77-4ACF-9573-6B5730188BEC}"/>
    <dgm:cxn modelId="{CAD81AC1-543D-4B04-B0B9-EDD24D32F42E}" srcId="{A1B9A1E2-2B7E-450C-9863-57EB08526A20}" destId="{26C314F6-21F4-494B-AA2A-35BF761228A8}" srcOrd="3" destOrd="0" parTransId="{12A205ED-9DA8-4649-BFAF-06E50D1548AD}" sibTransId="{C8523799-6065-44C7-B59B-28EC1F60C91B}"/>
    <dgm:cxn modelId="{B68DF2C6-DF06-49AD-AA25-3AA3777BB301}" type="presOf" srcId="{A1B9A1E2-2B7E-450C-9863-57EB08526A20}" destId="{50A67A30-8556-4A1E-AE9D-E92F955F3710}" srcOrd="0" destOrd="0" presId="urn:microsoft.com/office/officeart/2018/2/layout/IconVerticalSolidList"/>
    <dgm:cxn modelId="{B36E5ED3-B15C-4EAE-8267-45E356ECC46D}" type="presOf" srcId="{74EDCE59-D115-48B6-945D-1A08D7CC6D6A}" destId="{6DF06E58-672C-407F-8D59-C1145C4A7BFE}" srcOrd="0" destOrd="0" presId="urn:microsoft.com/office/officeart/2018/2/layout/IconVerticalSolidList"/>
    <dgm:cxn modelId="{952461D3-9D2B-4039-B494-0853E5109A5C}" type="presOf" srcId="{B649F40A-ECCF-4D4E-8FE3-1EDD42AAAC5F}" destId="{8F3D3ACD-02CE-4893-9C8D-38FB0D182B2F}" srcOrd="0" destOrd="0" presId="urn:microsoft.com/office/officeart/2018/2/layout/IconVerticalSolidList"/>
    <dgm:cxn modelId="{3C030922-F133-464F-AFB2-2BB30EE541F0}" type="presParOf" srcId="{50A67A30-8556-4A1E-AE9D-E92F955F3710}" destId="{88575B0F-B451-4441-BCB1-210D6A4CA055}" srcOrd="0" destOrd="0" presId="urn:microsoft.com/office/officeart/2018/2/layout/IconVerticalSolidList"/>
    <dgm:cxn modelId="{CB5CA169-144A-48E1-A23A-D2121933AB10}" type="presParOf" srcId="{88575B0F-B451-4441-BCB1-210D6A4CA055}" destId="{174DE6DD-CC4D-44F0-A487-264B2ACC3A0D}" srcOrd="0" destOrd="0" presId="urn:microsoft.com/office/officeart/2018/2/layout/IconVerticalSolidList"/>
    <dgm:cxn modelId="{CD0CBA4E-EE69-4971-80FF-5578C51A97A8}" type="presParOf" srcId="{88575B0F-B451-4441-BCB1-210D6A4CA055}" destId="{07E02C18-B5DF-4904-895E-B02D7974F175}" srcOrd="1" destOrd="0" presId="urn:microsoft.com/office/officeart/2018/2/layout/IconVerticalSolidList"/>
    <dgm:cxn modelId="{34548161-746E-4603-A8FF-506F80A4A9BE}" type="presParOf" srcId="{88575B0F-B451-4441-BCB1-210D6A4CA055}" destId="{4AAD2CB8-7966-4FF6-A0C4-52600BF35397}" srcOrd="2" destOrd="0" presId="urn:microsoft.com/office/officeart/2018/2/layout/IconVerticalSolidList"/>
    <dgm:cxn modelId="{D243C204-705F-4AD9-8E4E-112D5F0DB2CC}" type="presParOf" srcId="{88575B0F-B451-4441-BCB1-210D6A4CA055}" destId="{6DF06E58-672C-407F-8D59-C1145C4A7BFE}" srcOrd="3" destOrd="0" presId="urn:microsoft.com/office/officeart/2018/2/layout/IconVerticalSolidList"/>
    <dgm:cxn modelId="{701F9325-71DB-49DD-A5AC-F715F214DFE1}" type="presParOf" srcId="{50A67A30-8556-4A1E-AE9D-E92F955F3710}" destId="{78769170-41E6-413D-9645-678BE96DB206}" srcOrd="1" destOrd="0" presId="urn:microsoft.com/office/officeart/2018/2/layout/IconVerticalSolidList"/>
    <dgm:cxn modelId="{760BCDA3-A073-4FFE-A32C-CBFE22E23B7B}" type="presParOf" srcId="{50A67A30-8556-4A1E-AE9D-E92F955F3710}" destId="{274869D8-D188-4D6E-9053-78AF989A059A}" srcOrd="2" destOrd="0" presId="urn:microsoft.com/office/officeart/2018/2/layout/IconVerticalSolidList"/>
    <dgm:cxn modelId="{CA35F9BE-512E-458D-BED7-D4B7D2C91C23}" type="presParOf" srcId="{274869D8-D188-4D6E-9053-78AF989A059A}" destId="{5CD0F26B-4B2E-4ECA-8DD7-B69C1260B5B8}" srcOrd="0" destOrd="0" presId="urn:microsoft.com/office/officeart/2018/2/layout/IconVerticalSolidList"/>
    <dgm:cxn modelId="{0861054A-E891-4DE5-BE0B-043FDB650B1C}" type="presParOf" srcId="{274869D8-D188-4D6E-9053-78AF989A059A}" destId="{7068CE46-6129-498B-A761-1FA305205C37}" srcOrd="1" destOrd="0" presId="urn:microsoft.com/office/officeart/2018/2/layout/IconVerticalSolidList"/>
    <dgm:cxn modelId="{820896E0-0238-425A-A98A-B1D7A27F3040}" type="presParOf" srcId="{274869D8-D188-4D6E-9053-78AF989A059A}" destId="{6EDFFFBC-0936-4E40-BF8A-4B88C582226E}" srcOrd="2" destOrd="0" presId="urn:microsoft.com/office/officeart/2018/2/layout/IconVerticalSolidList"/>
    <dgm:cxn modelId="{5812909B-C733-4F97-A2E1-A0217B6BDB2F}" type="presParOf" srcId="{274869D8-D188-4D6E-9053-78AF989A059A}" destId="{8F3D3ACD-02CE-4893-9C8D-38FB0D182B2F}" srcOrd="3" destOrd="0" presId="urn:microsoft.com/office/officeart/2018/2/layout/IconVerticalSolidList"/>
    <dgm:cxn modelId="{7BFED993-2589-4866-A7D7-E80F6C12DA75}" type="presParOf" srcId="{50A67A30-8556-4A1E-AE9D-E92F955F3710}" destId="{C0A0F812-5A0D-4AE4-BAA2-A7FAF7D247FA}" srcOrd="3" destOrd="0" presId="urn:microsoft.com/office/officeart/2018/2/layout/IconVerticalSolidList"/>
    <dgm:cxn modelId="{6C314FE1-7F34-4D03-BB7A-083E793F5D6D}" type="presParOf" srcId="{50A67A30-8556-4A1E-AE9D-E92F955F3710}" destId="{60E3A3FB-E321-4578-93EB-C32CA33F7BC7}" srcOrd="4" destOrd="0" presId="urn:microsoft.com/office/officeart/2018/2/layout/IconVerticalSolidList"/>
    <dgm:cxn modelId="{AE6FC33D-2993-4E9B-86E3-0923255BF2CD}" type="presParOf" srcId="{60E3A3FB-E321-4578-93EB-C32CA33F7BC7}" destId="{7F95C928-1B85-486B-85F0-6904D1A35192}" srcOrd="0" destOrd="0" presId="urn:microsoft.com/office/officeart/2018/2/layout/IconVerticalSolidList"/>
    <dgm:cxn modelId="{357EF299-76E4-4367-88C7-8E12B736D6A0}" type="presParOf" srcId="{60E3A3FB-E321-4578-93EB-C32CA33F7BC7}" destId="{3310A8DC-8A15-4576-94A3-E6795CDCEC43}" srcOrd="1" destOrd="0" presId="urn:microsoft.com/office/officeart/2018/2/layout/IconVerticalSolidList"/>
    <dgm:cxn modelId="{2E3504C8-19C0-4097-9A41-6B0111162F86}" type="presParOf" srcId="{60E3A3FB-E321-4578-93EB-C32CA33F7BC7}" destId="{CE62D399-A0BC-456B-892A-D10B47673400}" srcOrd="2" destOrd="0" presId="urn:microsoft.com/office/officeart/2018/2/layout/IconVerticalSolidList"/>
    <dgm:cxn modelId="{467E026E-13FB-42A8-A373-D4F2376E64CB}" type="presParOf" srcId="{60E3A3FB-E321-4578-93EB-C32CA33F7BC7}" destId="{DD603E94-C712-4BAE-AA67-A846FA2608A1}" srcOrd="3" destOrd="0" presId="urn:microsoft.com/office/officeart/2018/2/layout/IconVerticalSolidList"/>
    <dgm:cxn modelId="{204EAD07-2056-44D5-BBF6-48E24A9690AE}" type="presParOf" srcId="{50A67A30-8556-4A1E-AE9D-E92F955F3710}" destId="{8A28C1CB-3CFC-4788-A503-B0C006219F19}" srcOrd="5" destOrd="0" presId="urn:microsoft.com/office/officeart/2018/2/layout/IconVerticalSolidList"/>
    <dgm:cxn modelId="{F197C3A7-A686-4193-9E9D-AF062A5CC7E9}" type="presParOf" srcId="{50A67A30-8556-4A1E-AE9D-E92F955F3710}" destId="{849F12E3-5990-4AD2-801B-84EDE96AC668}" srcOrd="6" destOrd="0" presId="urn:microsoft.com/office/officeart/2018/2/layout/IconVerticalSolidList"/>
    <dgm:cxn modelId="{A2E2E215-2C3F-4E2B-830F-6CC569DBC442}" type="presParOf" srcId="{849F12E3-5990-4AD2-801B-84EDE96AC668}" destId="{202A5C62-350F-4EBF-B6AA-D0591A45A882}" srcOrd="0" destOrd="0" presId="urn:microsoft.com/office/officeart/2018/2/layout/IconVerticalSolidList"/>
    <dgm:cxn modelId="{D7191CDE-E838-46D1-B7F0-0CB3B160C78D}" type="presParOf" srcId="{849F12E3-5990-4AD2-801B-84EDE96AC668}" destId="{16240B27-CC93-483A-ACF8-56214F895599}" srcOrd="1" destOrd="0" presId="urn:microsoft.com/office/officeart/2018/2/layout/IconVerticalSolidList"/>
    <dgm:cxn modelId="{57FBF60C-9FDC-4E92-BC1B-EB20B948E525}" type="presParOf" srcId="{849F12E3-5990-4AD2-801B-84EDE96AC668}" destId="{50C77E09-0004-481F-B96D-985EBB4B03A2}" srcOrd="2" destOrd="0" presId="urn:microsoft.com/office/officeart/2018/2/layout/IconVerticalSolidList"/>
    <dgm:cxn modelId="{DEEA403F-EF39-4DF3-AABD-681B950FA6B1}" type="presParOf" srcId="{849F12E3-5990-4AD2-801B-84EDE96AC668}" destId="{49DD0321-C1B8-421A-9A9F-DE91EB7018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F501FB-7F20-4BA9-AEC5-0644C17A2805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19D4028-DEEE-47DC-B86A-879F30822CB4}">
      <dgm:prSet/>
      <dgm:spPr/>
      <dgm:t>
        <a:bodyPr/>
        <a:lstStyle/>
        <a:p>
          <a:r>
            <a:rPr lang="en-US" dirty="0" err="1"/>
            <a:t>Entrega</a:t>
          </a:r>
          <a:r>
            <a:rPr lang="en-US" dirty="0"/>
            <a:t>: Ferramenta </a:t>
          </a:r>
          <a:r>
            <a:rPr lang="en-US" dirty="0" err="1"/>
            <a:t>funcional</a:t>
          </a:r>
          <a:r>
            <a:rPr lang="en-US" dirty="0"/>
            <a:t>, robusta e de </a:t>
          </a:r>
          <a:r>
            <a:rPr lang="en-US" dirty="0" err="1"/>
            <a:t>fácil</a:t>
          </a:r>
          <a:r>
            <a:rPr lang="en-US" dirty="0"/>
            <a:t> </a:t>
          </a:r>
          <a:r>
            <a:rPr lang="en-US" dirty="0" err="1"/>
            <a:t>uso</a:t>
          </a:r>
          <a:r>
            <a:rPr lang="en-US" dirty="0"/>
            <a:t>.</a:t>
          </a:r>
        </a:p>
      </dgm:t>
    </dgm:pt>
    <dgm:pt modelId="{65D01D9A-B491-48E1-A490-36AD01B4A5B4}" type="parTrans" cxnId="{6E908D80-CBA7-4BE6-A6E2-ACD3CC7B9716}">
      <dgm:prSet/>
      <dgm:spPr/>
      <dgm:t>
        <a:bodyPr/>
        <a:lstStyle/>
        <a:p>
          <a:endParaRPr lang="en-US"/>
        </a:p>
      </dgm:t>
    </dgm:pt>
    <dgm:pt modelId="{F85FBB8C-2245-4FE9-BF35-168C253EB169}" type="sibTrans" cxnId="{6E908D80-CBA7-4BE6-A6E2-ACD3CC7B9716}">
      <dgm:prSet/>
      <dgm:spPr/>
      <dgm:t>
        <a:bodyPr/>
        <a:lstStyle/>
        <a:p>
          <a:endParaRPr lang="en-US"/>
        </a:p>
      </dgm:t>
    </dgm:pt>
    <dgm:pt modelId="{66CB8346-AEA1-4662-A7F8-51CD6904B6AC}">
      <dgm:prSet/>
      <dgm:spPr/>
      <dgm:t>
        <a:bodyPr/>
        <a:lstStyle/>
        <a:p>
          <a:r>
            <a:rPr lang="en-US" dirty="0"/>
            <a:t>Impacto: </a:t>
          </a:r>
          <a:r>
            <a:rPr lang="en-US" dirty="0" err="1"/>
            <a:t>Redução</a:t>
          </a:r>
          <a:r>
            <a:rPr lang="en-US" dirty="0"/>
            <a:t> no tempo </a:t>
          </a:r>
          <a:r>
            <a:rPr lang="en-US" dirty="0" err="1"/>
            <a:t>necessário</a:t>
          </a:r>
          <a:r>
            <a:rPr lang="en-US" dirty="0"/>
            <a:t> para </a:t>
          </a:r>
          <a:r>
            <a:rPr lang="en-US" dirty="0" err="1"/>
            <a:t>obter</a:t>
          </a:r>
          <a:r>
            <a:rPr lang="en-US" dirty="0"/>
            <a:t> dados </a:t>
          </a:r>
          <a:r>
            <a:rPr lang="en-US" dirty="0" err="1"/>
            <a:t>climáticos</a:t>
          </a:r>
          <a:r>
            <a:rPr lang="en-US" dirty="0"/>
            <a:t>.</a:t>
          </a:r>
        </a:p>
      </dgm:t>
    </dgm:pt>
    <dgm:pt modelId="{765CC096-2543-4890-9353-90EB1943F994}" type="parTrans" cxnId="{1DB5D19C-5EE5-4C26-9B19-E65814914853}">
      <dgm:prSet/>
      <dgm:spPr/>
      <dgm:t>
        <a:bodyPr/>
        <a:lstStyle/>
        <a:p>
          <a:endParaRPr lang="en-US"/>
        </a:p>
      </dgm:t>
    </dgm:pt>
    <dgm:pt modelId="{5FBC4AEE-C773-40BE-A303-512D415F4475}" type="sibTrans" cxnId="{1DB5D19C-5EE5-4C26-9B19-E65814914853}">
      <dgm:prSet/>
      <dgm:spPr/>
      <dgm:t>
        <a:bodyPr/>
        <a:lstStyle/>
        <a:p>
          <a:endParaRPr lang="en-US"/>
        </a:p>
      </dgm:t>
    </dgm:pt>
    <dgm:pt modelId="{9294F817-3F36-4B02-B2A3-B76D9E147CF8}">
      <dgm:prSet/>
      <dgm:spPr/>
      <dgm:t>
        <a:bodyPr/>
        <a:lstStyle/>
        <a:p>
          <a:r>
            <a:rPr lang="en-US" dirty="0"/>
            <a:t>Futuro: </a:t>
          </a:r>
          <a:r>
            <a:rPr lang="en-US" dirty="0" err="1"/>
            <a:t>Estrutura</a:t>
          </a:r>
          <a:r>
            <a:rPr lang="en-US" dirty="0"/>
            <a:t> modular </a:t>
          </a:r>
          <a:r>
            <a:rPr lang="en-US" dirty="0" err="1"/>
            <a:t>permite</a:t>
          </a:r>
          <a:r>
            <a:rPr lang="en-US" dirty="0"/>
            <a:t> </a:t>
          </a:r>
          <a:r>
            <a:rPr lang="en-US" dirty="0" err="1"/>
            <a:t>fácil</a:t>
          </a:r>
          <a:r>
            <a:rPr lang="en-US" dirty="0"/>
            <a:t> </a:t>
          </a:r>
          <a:r>
            <a:rPr lang="en-US" dirty="0" err="1"/>
            <a:t>adição</a:t>
          </a:r>
          <a:r>
            <a:rPr lang="en-US" dirty="0"/>
            <a:t> de </a:t>
          </a:r>
          <a:r>
            <a:rPr lang="en-US" dirty="0" err="1"/>
            <a:t>novas</a:t>
          </a:r>
          <a:r>
            <a:rPr lang="en-US" dirty="0"/>
            <a:t> </a:t>
          </a:r>
          <a:r>
            <a:rPr lang="en-US" dirty="0" err="1"/>
            <a:t>variáveis</a:t>
          </a:r>
          <a:r>
            <a:rPr lang="en-US" dirty="0"/>
            <a:t> e </a:t>
          </a:r>
          <a:r>
            <a:rPr lang="en-US" dirty="0" err="1"/>
            <a:t>índices</a:t>
          </a:r>
          <a:r>
            <a:rPr lang="en-US" dirty="0"/>
            <a:t>.</a:t>
          </a:r>
        </a:p>
      </dgm:t>
    </dgm:pt>
    <dgm:pt modelId="{49FAFB35-ECD9-46E8-BEF1-0D168CD574AA}" type="parTrans" cxnId="{B7269EF5-D10A-48BA-AE23-BE42CA552B53}">
      <dgm:prSet/>
      <dgm:spPr/>
      <dgm:t>
        <a:bodyPr/>
        <a:lstStyle/>
        <a:p>
          <a:endParaRPr lang="en-US"/>
        </a:p>
      </dgm:t>
    </dgm:pt>
    <dgm:pt modelId="{EAA9B3A7-B105-4DFF-BE71-32D3CA4E237F}" type="sibTrans" cxnId="{B7269EF5-D10A-48BA-AE23-BE42CA552B53}">
      <dgm:prSet/>
      <dgm:spPr/>
      <dgm:t>
        <a:bodyPr/>
        <a:lstStyle/>
        <a:p>
          <a:endParaRPr lang="en-US"/>
        </a:p>
      </dgm:t>
    </dgm:pt>
    <dgm:pt modelId="{C1635AFA-4B0D-4DBF-ABEF-C9D87750B2B7}">
      <dgm:prSet/>
      <dgm:spPr/>
      <dgm:t>
        <a:bodyPr/>
        <a:lstStyle/>
        <a:p>
          <a:r>
            <a:rPr lang="en-US" dirty="0" err="1"/>
            <a:t>Demonstração</a:t>
          </a:r>
          <a:r>
            <a:rPr lang="en-US" dirty="0"/>
            <a:t> !</a:t>
          </a:r>
        </a:p>
      </dgm:t>
    </dgm:pt>
    <dgm:pt modelId="{AD138D95-73E4-4C8A-B1B6-751CE47EC2A7}" type="parTrans" cxnId="{7FFA1F28-4AEE-415D-94D0-5FFBC659F431}">
      <dgm:prSet/>
      <dgm:spPr/>
      <dgm:t>
        <a:bodyPr/>
        <a:lstStyle/>
        <a:p>
          <a:endParaRPr lang="en-US"/>
        </a:p>
      </dgm:t>
    </dgm:pt>
    <dgm:pt modelId="{E788C05C-2468-430A-B81E-D71B87610DB6}" type="sibTrans" cxnId="{7FFA1F28-4AEE-415D-94D0-5FFBC659F431}">
      <dgm:prSet/>
      <dgm:spPr/>
      <dgm:t>
        <a:bodyPr/>
        <a:lstStyle/>
        <a:p>
          <a:endParaRPr lang="en-US"/>
        </a:p>
      </dgm:t>
    </dgm:pt>
    <dgm:pt modelId="{DBD4863A-B37C-4267-AB18-36B461057D90}" type="pres">
      <dgm:prSet presAssocID="{CCF501FB-7F20-4BA9-AEC5-0644C17A2805}" presName="linearFlow" presStyleCnt="0">
        <dgm:presLayoutVars>
          <dgm:resizeHandles val="exact"/>
        </dgm:presLayoutVars>
      </dgm:prSet>
      <dgm:spPr/>
    </dgm:pt>
    <dgm:pt modelId="{80B66850-5522-4452-B6C3-8DC8A6D38C56}" type="pres">
      <dgm:prSet presAssocID="{419D4028-DEEE-47DC-B86A-879F30822CB4}" presName="node" presStyleLbl="node1" presStyleIdx="0" presStyleCnt="4">
        <dgm:presLayoutVars>
          <dgm:bulletEnabled val="1"/>
        </dgm:presLayoutVars>
      </dgm:prSet>
      <dgm:spPr/>
    </dgm:pt>
    <dgm:pt modelId="{D27B11E5-931C-400F-89E3-E2C8DAC58418}" type="pres">
      <dgm:prSet presAssocID="{F85FBB8C-2245-4FE9-BF35-168C253EB169}" presName="sibTrans" presStyleLbl="sibTrans2D1" presStyleIdx="0" presStyleCnt="3"/>
      <dgm:spPr/>
    </dgm:pt>
    <dgm:pt modelId="{C4738B03-E7DE-45ED-8D1F-467906EAA4AC}" type="pres">
      <dgm:prSet presAssocID="{F85FBB8C-2245-4FE9-BF35-168C253EB169}" presName="connectorText" presStyleLbl="sibTrans2D1" presStyleIdx="0" presStyleCnt="3"/>
      <dgm:spPr/>
    </dgm:pt>
    <dgm:pt modelId="{6F651C65-B007-4FB7-9483-4194C5E5968C}" type="pres">
      <dgm:prSet presAssocID="{66CB8346-AEA1-4662-A7F8-51CD6904B6AC}" presName="node" presStyleLbl="node1" presStyleIdx="1" presStyleCnt="4">
        <dgm:presLayoutVars>
          <dgm:bulletEnabled val="1"/>
        </dgm:presLayoutVars>
      </dgm:prSet>
      <dgm:spPr/>
    </dgm:pt>
    <dgm:pt modelId="{FA34F33B-23CD-4A24-81E6-20D289DDA05C}" type="pres">
      <dgm:prSet presAssocID="{5FBC4AEE-C773-40BE-A303-512D415F4475}" presName="sibTrans" presStyleLbl="sibTrans2D1" presStyleIdx="1" presStyleCnt="3"/>
      <dgm:spPr/>
    </dgm:pt>
    <dgm:pt modelId="{3C378715-893F-460A-886B-625A158251C3}" type="pres">
      <dgm:prSet presAssocID="{5FBC4AEE-C773-40BE-A303-512D415F4475}" presName="connectorText" presStyleLbl="sibTrans2D1" presStyleIdx="1" presStyleCnt="3"/>
      <dgm:spPr/>
    </dgm:pt>
    <dgm:pt modelId="{3124679A-BD92-42BC-83BA-B09DB67215F3}" type="pres">
      <dgm:prSet presAssocID="{9294F817-3F36-4B02-B2A3-B76D9E147CF8}" presName="node" presStyleLbl="node1" presStyleIdx="2" presStyleCnt="4">
        <dgm:presLayoutVars>
          <dgm:bulletEnabled val="1"/>
        </dgm:presLayoutVars>
      </dgm:prSet>
      <dgm:spPr/>
    </dgm:pt>
    <dgm:pt modelId="{A783F3B1-1837-4C90-BF99-50F894776F79}" type="pres">
      <dgm:prSet presAssocID="{EAA9B3A7-B105-4DFF-BE71-32D3CA4E237F}" presName="sibTrans" presStyleLbl="sibTrans2D1" presStyleIdx="2" presStyleCnt="3"/>
      <dgm:spPr/>
    </dgm:pt>
    <dgm:pt modelId="{0F358E45-D3A4-486D-B95B-5309795FA744}" type="pres">
      <dgm:prSet presAssocID="{EAA9B3A7-B105-4DFF-BE71-32D3CA4E237F}" presName="connectorText" presStyleLbl="sibTrans2D1" presStyleIdx="2" presStyleCnt="3"/>
      <dgm:spPr/>
    </dgm:pt>
    <dgm:pt modelId="{316A11B2-76D7-4E3D-BE03-3FFD69B4793C}" type="pres">
      <dgm:prSet presAssocID="{C1635AFA-4B0D-4DBF-ABEF-C9D87750B2B7}" presName="node" presStyleLbl="node1" presStyleIdx="3" presStyleCnt="4">
        <dgm:presLayoutVars>
          <dgm:bulletEnabled val="1"/>
        </dgm:presLayoutVars>
      </dgm:prSet>
      <dgm:spPr/>
    </dgm:pt>
  </dgm:ptLst>
  <dgm:cxnLst>
    <dgm:cxn modelId="{02E39213-E89B-4117-9207-A89063527F1D}" type="presOf" srcId="{EAA9B3A7-B105-4DFF-BE71-32D3CA4E237F}" destId="{A783F3B1-1837-4C90-BF99-50F894776F79}" srcOrd="0" destOrd="0" presId="urn:microsoft.com/office/officeart/2005/8/layout/process2"/>
    <dgm:cxn modelId="{68B46C23-9297-44B0-9CC7-CDEB5798DE87}" type="presOf" srcId="{5FBC4AEE-C773-40BE-A303-512D415F4475}" destId="{3C378715-893F-460A-886B-625A158251C3}" srcOrd="1" destOrd="0" presId="urn:microsoft.com/office/officeart/2005/8/layout/process2"/>
    <dgm:cxn modelId="{7FFA1F28-4AEE-415D-94D0-5FFBC659F431}" srcId="{CCF501FB-7F20-4BA9-AEC5-0644C17A2805}" destId="{C1635AFA-4B0D-4DBF-ABEF-C9D87750B2B7}" srcOrd="3" destOrd="0" parTransId="{AD138D95-73E4-4C8A-B1B6-751CE47EC2A7}" sibTransId="{E788C05C-2468-430A-B81E-D71B87610DB6}"/>
    <dgm:cxn modelId="{0D94736A-9461-4A5B-9F1A-D6ECE2DD08E7}" type="presOf" srcId="{EAA9B3A7-B105-4DFF-BE71-32D3CA4E237F}" destId="{0F358E45-D3A4-486D-B95B-5309795FA744}" srcOrd="1" destOrd="0" presId="urn:microsoft.com/office/officeart/2005/8/layout/process2"/>
    <dgm:cxn modelId="{4183AA71-B313-47E4-8268-C389C8E51E5A}" type="presOf" srcId="{F85FBB8C-2245-4FE9-BF35-168C253EB169}" destId="{D27B11E5-931C-400F-89E3-E2C8DAC58418}" srcOrd="0" destOrd="0" presId="urn:microsoft.com/office/officeart/2005/8/layout/process2"/>
    <dgm:cxn modelId="{2CB17657-6D80-4C8B-8672-576F82146741}" type="presOf" srcId="{5FBC4AEE-C773-40BE-A303-512D415F4475}" destId="{FA34F33B-23CD-4A24-81E6-20D289DDA05C}" srcOrd="0" destOrd="0" presId="urn:microsoft.com/office/officeart/2005/8/layout/process2"/>
    <dgm:cxn modelId="{6E908D80-CBA7-4BE6-A6E2-ACD3CC7B9716}" srcId="{CCF501FB-7F20-4BA9-AEC5-0644C17A2805}" destId="{419D4028-DEEE-47DC-B86A-879F30822CB4}" srcOrd="0" destOrd="0" parTransId="{65D01D9A-B491-48E1-A490-36AD01B4A5B4}" sibTransId="{F85FBB8C-2245-4FE9-BF35-168C253EB169}"/>
    <dgm:cxn modelId="{F9A37887-A463-442A-BF42-57A700C18734}" type="presOf" srcId="{C1635AFA-4B0D-4DBF-ABEF-C9D87750B2B7}" destId="{316A11B2-76D7-4E3D-BE03-3FFD69B4793C}" srcOrd="0" destOrd="0" presId="urn:microsoft.com/office/officeart/2005/8/layout/process2"/>
    <dgm:cxn modelId="{1DB5D19C-5EE5-4C26-9B19-E65814914853}" srcId="{CCF501FB-7F20-4BA9-AEC5-0644C17A2805}" destId="{66CB8346-AEA1-4662-A7F8-51CD6904B6AC}" srcOrd="1" destOrd="0" parTransId="{765CC096-2543-4890-9353-90EB1943F994}" sibTransId="{5FBC4AEE-C773-40BE-A303-512D415F4475}"/>
    <dgm:cxn modelId="{2CE78D9D-7241-4DD8-8921-D6800AF87FB5}" type="presOf" srcId="{CCF501FB-7F20-4BA9-AEC5-0644C17A2805}" destId="{DBD4863A-B37C-4267-AB18-36B461057D90}" srcOrd="0" destOrd="0" presId="urn:microsoft.com/office/officeart/2005/8/layout/process2"/>
    <dgm:cxn modelId="{2BA7339F-D720-4F97-8089-E7F9A9E0FFDD}" type="presOf" srcId="{419D4028-DEEE-47DC-B86A-879F30822CB4}" destId="{80B66850-5522-4452-B6C3-8DC8A6D38C56}" srcOrd="0" destOrd="0" presId="urn:microsoft.com/office/officeart/2005/8/layout/process2"/>
    <dgm:cxn modelId="{E72FF7A0-C650-43D0-A330-9CFCF0301375}" type="presOf" srcId="{9294F817-3F36-4B02-B2A3-B76D9E147CF8}" destId="{3124679A-BD92-42BC-83BA-B09DB67215F3}" srcOrd="0" destOrd="0" presId="urn:microsoft.com/office/officeart/2005/8/layout/process2"/>
    <dgm:cxn modelId="{437055A5-CD2B-4A8F-99DF-F833D8BBCFEE}" type="presOf" srcId="{66CB8346-AEA1-4662-A7F8-51CD6904B6AC}" destId="{6F651C65-B007-4FB7-9483-4194C5E5968C}" srcOrd="0" destOrd="0" presId="urn:microsoft.com/office/officeart/2005/8/layout/process2"/>
    <dgm:cxn modelId="{B7269EF5-D10A-48BA-AE23-BE42CA552B53}" srcId="{CCF501FB-7F20-4BA9-AEC5-0644C17A2805}" destId="{9294F817-3F36-4B02-B2A3-B76D9E147CF8}" srcOrd="2" destOrd="0" parTransId="{49FAFB35-ECD9-46E8-BEF1-0D168CD574AA}" sibTransId="{EAA9B3A7-B105-4DFF-BE71-32D3CA4E237F}"/>
    <dgm:cxn modelId="{D6D9D1FA-B3DE-41E9-BC50-F936CC188E36}" type="presOf" srcId="{F85FBB8C-2245-4FE9-BF35-168C253EB169}" destId="{C4738B03-E7DE-45ED-8D1F-467906EAA4AC}" srcOrd="1" destOrd="0" presId="urn:microsoft.com/office/officeart/2005/8/layout/process2"/>
    <dgm:cxn modelId="{688BD84F-0255-4F26-8C79-4BD2B93FDFAC}" type="presParOf" srcId="{DBD4863A-B37C-4267-AB18-36B461057D90}" destId="{80B66850-5522-4452-B6C3-8DC8A6D38C56}" srcOrd="0" destOrd="0" presId="urn:microsoft.com/office/officeart/2005/8/layout/process2"/>
    <dgm:cxn modelId="{3897E0E2-C042-4D95-A7F6-DE74C09D958A}" type="presParOf" srcId="{DBD4863A-B37C-4267-AB18-36B461057D90}" destId="{D27B11E5-931C-400F-89E3-E2C8DAC58418}" srcOrd="1" destOrd="0" presId="urn:microsoft.com/office/officeart/2005/8/layout/process2"/>
    <dgm:cxn modelId="{690BABD0-2579-4DC9-A7E9-434912F4F484}" type="presParOf" srcId="{D27B11E5-931C-400F-89E3-E2C8DAC58418}" destId="{C4738B03-E7DE-45ED-8D1F-467906EAA4AC}" srcOrd="0" destOrd="0" presId="urn:microsoft.com/office/officeart/2005/8/layout/process2"/>
    <dgm:cxn modelId="{ECF333A1-9D05-4C1A-9A49-9F311F680ACE}" type="presParOf" srcId="{DBD4863A-B37C-4267-AB18-36B461057D90}" destId="{6F651C65-B007-4FB7-9483-4194C5E5968C}" srcOrd="2" destOrd="0" presId="urn:microsoft.com/office/officeart/2005/8/layout/process2"/>
    <dgm:cxn modelId="{94327A80-2CBF-4D2A-A6C9-9CE2C1C78180}" type="presParOf" srcId="{DBD4863A-B37C-4267-AB18-36B461057D90}" destId="{FA34F33B-23CD-4A24-81E6-20D289DDA05C}" srcOrd="3" destOrd="0" presId="urn:microsoft.com/office/officeart/2005/8/layout/process2"/>
    <dgm:cxn modelId="{8536094B-0BFE-4CC4-9940-591CBCABF31D}" type="presParOf" srcId="{FA34F33B-23CD-4A24-81E6-20D289DDA05C}" destId="{3C378715-893F-460A-886B-625A158251C3}" srcOrd="0" destOrd="0" presId="urn:microsoft.com/office/officeart/2005/8/layout/process2"/>
    <dgm:cxn modelId="{33D556FE-5DED-4CE5-92CF-33CEF9D2FDCB}" type="presParOf" srcId="{DBD4863A-B37C-4267-AB18-36B461057D90}" destId="{3124679A-BD92-42BC-83BA-B09DB67215F3}" srcOrd="4" destOrd="0" presId="urn:microsoft.com/office/officeart/2005/8/layout/process2"/>
    <dgm:cxn modelId="{EF14A49D-264F-449B-B43A-DB7555FC3236}" type="presParOf" srcId="{DBD4863A-B37C-4267-AB18-36B461057D90}" destId="{A783F3B1-1837-4C90-BF99-50F894776F79}" srcOrd="5" destOrd="0" presId="urn:microsoft.com/office/officeart/2005/8/layout/process2"/>
    <dgm:cxn modelId="{8F2ED9F4-DF47-4D0B-B6D6-A35E4F8EA07B}" type="presParOf" srcId="{A783F3B1-1837-4C90-BF99-50F894776F79}" destId="{0F358E45-D3A4-486D-B95B-5309795FA744}" srcOrd="0" destOrd="0" presId="urn:microsoft.com/office/officeart/2005/8/layout/process2"/>
    <dgm:cxn modelId="{7805F208-CB63-413F-9546-FF9C8A17811F}" type="presParOf" srcId="{DBD4863A-B37C-4267-AB18-36B461057D90}" destId="{316A11B2-76D7-4E3D-BE03-3FFD69B4793C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3F21E0-D6EC-43D1-A1F4-BDB5A6286C77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54128B-F326-45B1-893F-85821DA4805E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176C3E-ABBA-4D48-848C-DF634D95F8E4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noProof="0" dirty="0"/>
            <a:t>Objetivo: Acesso rápido a dados climáticos (ERA5-Land).</a:t>
          </a:r>
        </a:p>
      </dsp:txBody>
      <dsp:txXfrm>
        <a:off x="1099610" y="1878"/>
        <a:ext cx="7129989" cy="952043"/>
      </dsp:txXfrm>
    </dsp:sp>
    <dsp:sp modelId="{A8181B37-F18B-4094-9AC4-6DC58FF0075D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241DC9-79DE-4E59-B365-95154E909967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E24C3-405D-4A65-AF0F-4E12ABF8DD16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noProof="0" dirty="0"/>
            <a:t>Necessidade: Programação avançada (p. </a:t>
          </a:r>
          <a:r>
            <a:rPr lang="pt-BR" sz="2200" kern="1200" noProof="0" dirty="0" err="1"/>
            <a:t>ex</a:t>
          </a:r>
          <a:r>
            <a:rPr lang="pt-BR" sz="2200" kern="1200" noProof="0" dirty="0"/>
            <a:t>: Python) para processar grande quantidade de dados.</a:t>
          </a:r>
        </a:p>
      </dsp:txBody>
      <dsp:txXfrm>
        <a:off x="1099610" y="1191932"/>
        <a:ext cx="7129989" cy="952043"/>
      </dsp:txXfrm>
    </dsp:sp>
    <dsp:sp modelId="{48662521-9470-42C2-82FB-67807D9DD663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D62D58-41E5-4963-A833-99C585AF9FF3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C1587E-967F-4022-8C6D-466BD234791F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noProof="0" dirty="0"/>
            <a:t>Solução : Interface Web intuitiva (Dashboard) para facilitar o acesso.</a:t>
          </a:r>
        </a:p>
      </dsp:txBody>
      <dsp:txXfrm>
        <a:off x="1099610" y="2381986"/>
        <a:ext cx="7129989" cy="952043"/>
      </dsp:txXfrm>
    </dsp:sp>
    <dsp:sp modelId="{7A49F7F9-5598-4A76-BD9D-7665F662C22B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3F9CFA-97DF-4429-B6B2-C4B5FD4A57C3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6B5DED-556D-4CCE-B780-4C3F0F3EFCAD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noProof="0" dirty="0"/>
            <a:t>Público-alvo: Estudantes, pesquisadores e usuários em geral.</a:t>
          </a:r>
        </a:p>
      </dsp:txBody>
      <dsp:txXfrm>
        <a:off x="1099610" y="3572041"/>
        <a:ext cx="7129989" cy="9520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4185DB-D0DB-4F70-ACCC-8F4D3CE12F41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7A1BD-1CFE-4ACA-A37E-F14070726E1E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A0CB17-E434-447B-9CD7-95F21F886E80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noProof="0" dirty="0"/>
            <a:t>Controle de Versão: Código hospedado no repositório GitHub (Público).                                                          (67)</a:t>
          </a:r>
        </a:p>
      </dsp:txBody>
      <dsp:txXfrm>
        <a:off x="1058686" y="1808"/>
        <a:ext cx="6828013" cy="916611"/>
      </dsp:txXfrm>
    </dsp:sp>
    <dsp:sp modelId="{07D52753-B062-40A9-946B-0E08BB3AA81F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D3C6AB-66BB-428A-9FBF-0A9DFBD30598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AAB79E-E485-46B0-8893-468419664DF3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noProof="0" dirty="0" err="1"/>
            <a:t>Deploy</a:t>
          </a:r>
          <a:r>
            <a:rPr lang="pt-BR" sz="2200" kern="1200" noProof="0" dirty="0"/>
            <a:t> (Implantação): automático via </a:t>
          </a:r>
          <a:r>
            <a:rPr lang="pt-BR" sz="2200" kern="1200" noProof="0" dirty="0" err="1"/>
            <a:t>Streamlit</a:t>
          </a:r>
          <a:r>
            <a:rPr lang="pt-BR" sz="2200" kern="1200" noProof="0" dirty="0"/>
            <a:t> Cloud (Público) conectado ao repositório.</a:t>
          </a:r>
        </a:p>
      </dsp:txBody>
      <dsp:txXfrm>
        <a:off x="1058686" y="1147573"/>
        <a:ext cx="6828013" cy="916611"/>
      </dsp:txXfrm>
    </dsp:sp>
    <dsp:sp modelId="{24D697A8-D70C-468C-9570-1ABCAD91EA1E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142162-17DB-4415-96C2-45E6426BCC35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A93BEE-8D5E-426D-AE8F-34FBBEC26ED5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noProof="0" dirty="0"/>
            <a:t>Cloud </a:t>
          </a:r>
          <a:r>
            <a:rPr lang="pt-BR" sz="2200" kern="1200" noProof="0" dirty="0" err="1"/>
            <a:t>Computing</a:t>
          </a:r>
          <a:r>
            <a:rPr lang="pt-BR" sz="2200" kern="1200" noProof="0" dirty="0"/>
            <a:t> (nuvem): Processamento pesado delegado aos servidores do Google Earth </a:t>
          </a:r>
          <a:r>
            <a:rPr lang="pt-BR" sz="2200" kern="1200" noProof="0" dirty="0" err="1"/>
            <a:t>Engine</a:t>
          </a:r>
          <a:r>
            <a:rPr lang="pt-BR" sz="2200" kern="1200" noProof="0" dirty="0"/>
            <a:t>.</a:t>
          </a:r>
        </a:p>
      </dsp:txBody>
      <dsp:txXfrm>
        <a:off x="1058686" y="2293338"/>
        <a:ext cx="6828013" cy="916611"/>
      </dsp:txXfrm>
    </dsp:sp>
    <dsp:sp modelId="{12A4CB8D-EB63-4769-934D-63438D7D8783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BEE303-B67A-4740-9FE0-C9110F3783E6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32BED5-FA67-42F7-A03E-761467E2E603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noProof="0" dirty="0"/>
            <a:t>Segurança: Gerenciamento de credenciais via '</a:t>
          </a:r>
          <a:r>
            <a:rPr lang="pt-BR" sz="2200" kern="1200" noProof="0" dirty="0" err="1"/>
            <a:t>secrets.toml</a:t>
          </a:r>
          <a:r>
            <a:rPr lang="pt-BR" sz="2200" kern="1200" noProof="0" dirty="0"/>
            <a:t>' (sem exposição no código).</a:t>
          </a:r>
        </a:p>
      </dsp:txBody>
      <dsp:txXfrm>
        <a:off x="1058686" y="3439103"/>
        <a:ext cx="6828013" cy="9166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4DE6DD-CC4D-44F0-A487-264B2ACC3A0D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E02C18-B5DF-4904-895E-B02D7974F175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F06E58-672C-407F-8D59-C1145C4A7BFE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noProof="0" dirty="0"/>
            <a:t>Dados Híbridos: Lógica para alternar entre coleções Mensais, Diárias (média histórica) e Horárias (momentâneas).</a:t>
          </a:r>
        </a:p>
      </dsp:txBody>
      <dsp:txXfrm>
        <a:off x="1058686" y="1808"/>
        <a:ext cx="6828013" cy="916611"/>
      </dsp:txXfrm>
    </dsp:sp>
    <dsp:sp modelId="{5CD0F26B-4B2E-4ECA-8DD7-B69C1260B5B8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68CE46-6129-498B-A761-1FA305205C37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3D3ACD-02CE-4893-9C8D-38FB0D182B2F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noProof="0" dirty="0"/>
            <a:t>Interatividade: Ferramenta de desenho de polígonos e círculos integrada ao fluxo do GEE.</a:t>
          </a:r>
        </a:p>
      </dsp:txBody>
      <dsp:txXfrm>
        <a:off x="1058686" y="1147573"/>
        <a:ext cx="6828013" cy="916611"/>
      </dsp:txXfrm>
    </dsp:sp>
    <dsp:sp modelId="{7F95C928-1B85-486B-85F0-6904D1A35192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10A8DC-8A15-4576-94A3-E6795CDCEC43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603E94-C712-4BAE-AA67-A846FA2608A1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noProof="0" dirty="0"/>
            <a:t>Padronização de Dados: Tratamento de unidades diferentes entre </a:t>
          </a:r>
          <a:r>
            <a:rPr lang="pt-BR" sz="2100" kern="1200" noProof="0" dirty="0" err="1"/>
            <a:t>datasets</a:t>
          </a:r>
          <a:r>
            <a:rPr lang="pt-BR" sz="2100" kern="1200" noProof="0" dirty="0"/>
            <a:t> (</a:t>
          </a:r>
          <a:r>
            <a:rPr lang="pt-BR" sz="2100" kern="1200" noProof="0" dirty="0" err="1"/>
            <a:t>ex</a:t>
          </a:r>
          <a:r>
            <a:rPr lang="pt-BR" sz="2100" kern="1200" noProof="0" dirty="0"/>
            <a:t>: mm </a:t>
          </a:r>
          <a:r>
            <a:rPr lang="pt-BR" sz="2100" kern="1200" noProof="0" dirty="0" err="1"/>
            <a:t>vs</a:t>
          </a:r>
          <a:r>
            <a:rPr lang="pt-BR" sz="2100" kern="1200" noProof="0" dirty="0"/>
            <a:t> m para chuva).</a:t>
          </a:r>
        </a:p>
      </dsp:txBody>
      <dsp:txXfrm>
        <a:off x="1058686" y="2293338"/>
        <a:ext cx="6828013" cy="916611"/>
      </dsp:txXfrm>
    </dsp:sp>
    <dsp:sp modelId="{202A5C62-350F-4EBF-B6AA-D0591A45A882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240B27-CC93-483A-ACF8-56214F895599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D0321-C1B8-421A-9A9F-DE91EB70189C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noProof="0" dirty="0"/>
            <a:t>Feedback visual imediato e tratamento de erros.</a:t>
          </a:r>
        </a:p>
      </dsp:txBody>
      <dsp:txXfrm>
        <a:off x="1058686" y="3439103"/>
        <a:ext cx="6828013" cy="9166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B66850-5522-4452-B6C3-8DC8A6D38C56}">
      <dsp:nvSpPr>
        <dsp:cNvPr id="0" name=""/>
        <dsp:cNvSpPr/>
      </dsp:nvSpPr>
      <dsp:spPr>
        <a:xfrm>
          <a:off x="393599" y="2534"/>
          <a:ext cx="2479494" cy="94292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Entrega</a:t>
          </a:r>
          <a:r>
            <a:rPr lang="en-US" sz="1700" kern="1200" dirty="0"/>
            <a:t>: Ferramenta </a:t>
          </a:r>
          <a:r>
            <a:rPr lang="en-US" sz="1700" kern="1200" dirty="0" err="1"/>
            <a:t>funcional</a:t>
          </a:r>
          <a:r>
            <a:rPr lang="en-US" sz="1700" kern="1200" dirty="0"/>
            <a:t>, robusta e de </a:t>
          </a:r>
          <a:r>
            <a:rPr lang="en-US" sz="1700" kern="1200" dirty="0" err="1"/>
            <a:t>fácil</a:t>
          </a:r>
          <a:r>
            <a:rPr lang="en-US" sz="1700" kern="1200" dirty="0"/>
            <a:t> </a:t>
          </a:r>
          <a:r>
            <a:rPr lang="en-US" sz="1700" kern="1200" dirty="0" err="1"/>
            <a:t>uso</a:t>
          </a:r>
          <a:r>
            <a:rPr lang="en-US" sz="1700" kern="1200" dirty="0"/>
            <a:t>.</a:t>
          </a:r>
        </a:p>
      </dsp:txBody>
      <dsp:txXfrm>
        <a:off x="421216" y="30151"/>
        <a:ext cx="2424260" cy="887695"/>
      </dsp:txXfrm>
    </dsp:sp>
    <dsp:sp modelId="{D27B11E5-931C-400F-89E3-E2C8DAC58418}">
      <dsp:nvSpPr>
        <dsp:cNvPr id="0" name=""/>
        <dsp:cNvSpPr/>
      </dsp:nvSpPr>
      <dsp:spPr>
        <a:xfrm rot="5400000">
          <a:off x="1456547" y="969037"/>
          <a:ext cx="353598" cy="4243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506052" y="1004397"/>
        <a:ext cx="254590" cy="247519"/>
      </dsp:txXfrm>
    </dsp:sp>
    <dsp:sp modelId="{6F651C65-B007-4FB7-9483-4194C5E5968C}">
      <dsp:nvSpPr>
        <dsp:cNvPr id="0" name=""/>
        <dsp:cNvSpPr/>
      </dsp:nvSpPr>
      <dsp:spPr>
        <a:xfrm>
          <a:off x="393599" y="1416929"/>
          <a:ext cx="2479494" cy="94292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Impacto: </a:t>
          </a:r>
          <a:r>
            <a:rPr lang="en-US" sz="1700" kern="1200" dirty="0" err="1"/>
            <a:t>Redução</a:t>
          </a:r>
          <a:r>
            <a:rPr lang="en-US" sz="1700" kern="1200" dirty="0"/>
            <a:t> no tempo </a:t>
          </a:r>
          <a:r>
            <a:rPr lang="en-US" sz="1700" kern="1200" dirty="0" err="1"/>
            <a:t>necessário</a:t>
          </a:r>
          <a:r>
            <a:rPr lang="en-US" sz="1700" kern="1200" dirty="0"/>
            <a:t> para </a:t>
          </a:r>
          <a:r>
            <a:rPr lang="en-US" sz="1700" kern="1200" dirty="0" err="1"/>
            <a:t>obter</a:t>
          </a:r>
          <a:r>
            <a:rPr lang="en-US" sz="1700" kern="1200" dirty="0"/>
            <a:t> dados </a:t>
          </a:r>
          <a:r>
            <a:rPr lang="en-US" sz="1700" kern="1200" dirty="0" err="1"/>
            <a:t>climáticos</a:t>
          </a:r>
          <a:r>
            <a:rPr lang="en-US" sz="1700" kern="1200" dirty="0"/>
            <a:t>.</a:t>
          </a:r>
        </a:p>
      </dsp:txBody>
      <dsp:txXfrm>
        <a:off x="421216" y="1444546"/>
        <a:ext cx="2424260" cy="887695"/>
      </dsp:txXfrm>
    </dsp:sp>
    <dsp:sp modelId="{FA34F33B-23CD-4A24-81E6-20D289DDA05C}">
      <dsp:nvSpPr>
        <dsp:cNvPr id="0" name=""/>
        <dsp:cNvSpPr/>
      </dsp:nvSpPr>
      <dsp:spPr>
        <a:xfrm rot="5400000">
          <a:off x="1456547" y="2383431"/>
          <a:ext cx="353598" cy="4243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506052" y="2418791"/>
        <a:ext cx="254590" cy="247519"/>
      </dsp:txXfrm>
    </dsp:sp>
    <dsp:sp modelId="{3124679A-BD92-42BC-83BA-B09DB67215F3}">
      <dsp:nvSpPr>
        <dsp:cNvPr id="0" name=""/>
        <dsp:cNvSpPr/>
      </dsp:nvSpPr>
      <dsp:spPr>
        <a:xfrm>
          <a:off x="393599" y="2831323"/>
          <a:ext cx="2479494" cy="94292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Futuro: </a:t>
          </a:r>
          <a:r>
            <a:rPr lang="en-US" sz="1700" kern="1200" dirty="0" err="1"/>
            <a:t>Estrutura</a:t>
          </a:r>
          <a:r>
            <a:rPr lang="en-US" sz="1700" kern="1200" dirty="0"/>
            <a:t> modular </a:t>
          </a:r>
          <a:r>
            <a:rPr lang="en-US" sz="1700" kern="1200" dirty="0" err="1"/>
            <a:t>permite</a:t>
          </a:r>
          <a:r>
            <a:rPr lang="en-US" sz="1700" kern="1200" dirty="0"/>
            <a:t> </a:t>
          </a:r>
          <a:r>
            <a:rPr lang="en-US" sz="1700" kern="1200" dirty="0" err="1"/>
            <a:t>fácil</a:t>
          </a:r>
          <a:r>
            <a:rPr lang="en-US" sz="1700" kern="1200" dirty="0"/>
            <a:t> </a:t>
          </a:r>
          <a:r>
            <a:rPr lang="en-US" sz="1700" kern="1200" dirty="0" err="1"/>
            <a:t>adição</a:t>
          </a:r>
          <a:r>
            <a:rPr lang="en-US" sz="1700" kern="1200" dirty="0"/>
            <a:t> de </a:t>
          </a:r>
          <a:r>
            <a:rPr lang="en-US" sz="1700" kern="1200" dirty="0" err="1"/>
            <a:t>novas</a:t>
          </a:r>
          <a:r>
            <a:rPr lang="en-US" sz="1700" kern="1200" dirty="0"/>
            <a:t> </a:t>
          </a:r>
          <a:r>
            <a:rPr lang="en-US" sz="1700" kern="1200" dirty="0" err="1"/>
            <a:t>variáveis</a:t>
          </a:r>
          <a:r>
            <a:rPr lang="en-US" sz="1700" kern="1200" dirty="0"/>
            <a:t> e </a:t>
          </a:r>
          <a:r>
            <a:rPr lang="en-US" sz="1700" kern="1200" dirty="0" err="1"/>
            <a:t>índices</a:t>
          </a:r>
          <a:r>
            <a:rPr lang="en-US" sz="1700" kern="1200" dirty="0"/>
            <a:t>.</a:t>
          </a:r>
        </a:p>
      </dsp:txBody>
      <dsp:txXfrm>
        <a:off x="421216" y="2858940"/>
        <a:ext cx="2424260" cy="887695"/>
      </dsp:txXfrm>
    </dsp:sp>
    <dsp:sp modelId="{A783F3B1-1837-4C90-BF99-50F894776F79}">
      <dsp:nvSpPr>
        <dsp:cNvPr id="0" name=""/>
        <dsp:cNvSpPr/>
      </dsp:nvSpPr>
      <dsp:spPr>
        <a:xfrm rot="5400000">
          <a:off x="1456547" y="3797826"/>
          <a:ext cx="353598" cy="4243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506052" y="3833186"/>
        <a:ext cx="254590" cy="247519"/>
      </dsp:txXfrm>
    </dsp:sp>
    <dsp:sp modelId="{316A11B2-76D7-4E3D-BE03-3FFD69B4793C}">
      <dsp:nvSpPr>
        <dsp:cNvPr id="0" name=""/>
        <dsp:cNvSpPr/>
      </dsp:nvSpPr>
      <dsp:spPr>
        <a:xfrm>
          <a:off x="393599" y="4245717"/>
          <a:ext cx="2479494" cy="94292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Demonstração</a:t>
          </a:r>
          <a:r>
            <a:rPr lang="en-US" sz="1700" kern="1200" dirty="0"/>
            <a:t> !</a:t>
          </a:r>
        </a:p>
      </dsp:txBody>
      <dsp:txXfrm>
        <a:off x="421216" y="4273334"/>
        <a:ext cx="2424260" cy="8876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9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0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9141714" cy="3490956"/>
            <a:chOff x="651279" y="598259"/>
            <a:chExt cx="10889442" cy="5680742"/>
          </a:xfrm>
        </p:grpSpPr>
        <p:sp>
          <p:nvSpPr>
            <p:cNvPr id="53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54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</p:grpSp>
      <p:pic>
        <p:nvPicPr>
          <p:cNvPr id="7" name="Graphic 6" descr="Relâmpago">
            <a:extLst>
              <a:ext uri="{FF2B5EF4-FFF2-40B4-BE49-F238E27FC236}">
                <a16:creationId xmlns:a16="http://schemas.microsoft.com/office/drawing/2014/main" id="{47E14400-24FE-3B60-C921-6FA094600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02735" y="1655170"/>
            <a:ext cx="3547660" cy="3547660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noProof="0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noProof="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noProof="0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noProof="0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noProof="0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noProof="0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2531" y="386244"/>
            <a:ext cx="8211312" cy="14214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pt-BR" sz="4200" b="1" kern="1200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Clima-Cast-Crepaldi</a:t>
            </a:r>
            <a:br>
              <a:rPr lang="pt-BR" sz="4200" b="1" kern="1200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200" b="1" kern="1200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Meteorológico</a:t>
            </a:r>
            <a:endParaRPr lang="pt-BR" sz="4200" b="1" kern="12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194" y="4080281"/>
            <a:ext cx="8927322" cy="25517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t-BR" sz="2400" b="1" noProof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Apresentação do Projeto “Dashboard”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pt-BR" sz="800" b="1" noProof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t-BR" sz="2400" b="1" noProof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CAT314 - </a:t>
            </a:r>
            <a:r>
              <a:rPr lang="pt-BR" sz="2400" b="1" cap="small" noProof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Ferramentas de previsão de curtíssimo prazo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pt-BR" sz="800" b="1" noProof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t-BR" sz="2400" b="1" noProof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Aluno: Paulo C. Crepaldi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pt-BR" sz="800" b="1" noProof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t-BR" sz="2400" b="1" noProof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Docente: Prof. Dr. Enrique Vieira Mattos</a:t>
            </a:r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81632D1C-ECDE-A08D-6C72-D3581A2E45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84443" y="1859097"/>
            <a:ext cx="3000375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Introdução</a:t>
            </a:r>
            <a:r>
              <a:rPr b="1" dirty="0"/>
              <a:t> e </a:t>
            </a:r>
            <a:r>
              <a:rPr b="1" dirty="0" err="1"/>
              <a:t>Contextualização</a:t>
            </a:r>
            <a:endParaRPr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23AA67-3B0B-FAC4-0004-993FA4762C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157096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b="1" dirty="0" err="1"/>
              <a:t>Arquitetura</a:t>
            </a:r>
            <a:r>
              <a:rPr b="1" dirty="0"/>
              <a:t> e </a:t>
            </a:r>
            <a:r>
              <a:rPr b="1" dirty="0" err="1"/>
              <a:t>Fluxo</a:t>
            </a:r>
            <a:r>
              <a:rPr b="1" dirty="0"/>
              <a:t> de </a:t>
            </a:r>
            <a:r>
              <a:rPr b="1" dirty="0" err="1"/>
              <a:t>Trabalho</a:t>
            </a:r>
            <a:endParaRPr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AB86B6-B373-34C4-8FC7-2C74047B53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9807299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056" y="293913"/>
            <a:ext cx="2712684" cy="1811497"/>
          </a:xfrm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Estrutura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Modular do Código</a:t>
            </a: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BBA9FBA4-1B37-8243-54C7-D64E71282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563" y="126292"/>
            <a:ext cx="4531179" cy="67378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0D2C8A5-4A39-2549-B036-757AAC6873CE}"/>
              </a:ext>
            </a:extLst>
          </p:cNvPr>
          <p:cNvSpPr txBox="1"/>
          <p:nvPr/>
        </p:nvSpPr>
        <p:spPr>
          <a:xfrm>
            <a:off x="3070384" y="649480"/>
            <a:ext cx="6071330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 </a:t>
            </a:r>
            <a:r>
              <a:rPr lang="en-US" sz="1600" b="1">
                <a:highlight>
                  <a:srgbClr val="FFFF00"/>
                </a:highlight>
              </a:rPr>
              <a:t>main.py</a:t>
            </a:r>
            <a:r>
              <a:rPr lang="en-US" sz="1600" b="1"/>
              <a:t>:</a:t>
            </a:r>
            <a:r>
              <a:rPr lang="en-US" sz="1600"/>
              <a:t> É o ponto de entrada da aplicação. Ele importa todos os outros módulos, gerencia o fluxo de execução, verifica se o botão de análise foi clicado e exibe os resultados finais na tela.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 </a:t>
            </a:r>
            <a:r>
              <a:rPr lang="en-US" sz="1600" b="1">
                <a:highlight>
                  <a:srgbClr val="FFFF00"/>
                </a:highlight>
              </a:rPr>
              <a:t>gee_handler.py </a:t>
            </a:r>
            <a:r>
              <a:rPr lang="en-US" sz="1600" b="1"/>
              <a:t>:</a:t>
            </a:r>
            <a:r>
              <a:rPr lang="en-US" sz="1600"/>
              <a:t> Responsável por toda a comunicação com o </a:t>
            </a:r>
            <a:r>
              <a:rPr lang="en-US" sz="1600" b="1"/>
              <a:t>Google Earth Engine</a:t>
            </a:r>
            <a:r>
              <a:rPr lang="en-US" sz="1600"/>
              <a:t>. É aqui que ocorre a autenticação, a definição das fórmulas físicas (cálculo de vento, umidade) e a requisição dos dados (ERA5).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 </a:t>
            </a:r>
            <a:r>
              <a:rPr lang="en-US" sz="1600" b="1">
                <a:highlight>
                  <a:srgbClr val="FFFF00"/>
                </a:highlight>
              </a:rPr>
              <a:t>ui.py </a:t>
            </a:r>
            <a:r>
              <a:rPr lang="en-US" sz="1600" b="1"/>
              <a:t>:</a:t>
            </a:r>
            <a:r>
              <a:rPr lang="en-US" sz="1600"/>
              <a:t> Constrói a barra lateral, os menus de seleção (datas, locais, variáveis) e carrega o conteúdo da página "Sobre o Aplicativo".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 </a:t>
            </a:r>
            <a:r>
              <a:rPr lang="en-US" sz="1600" b="1">
                <a:highlight>
                  <a:srgbClr val="FFFF00"/>
                </a:highlight>
              </a:rPr>
              <a:t>map_visualizer.py </a:t>
            </a:r>
            <a:r>
              <a:rPr lang="en-US" sz="1600" b="1"/>
              <a:t>:</a:t>
            </a:r>
            <a:r>
              <a:rPr lang="en-US" sz="1600"/>
              <a:t> Cria os mapas interativos e estáticos e gera as imagens estáticas (JPG/PNG) com legendas para download.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 </a:t>
            </a:r>
            <a:r>
              <a:rPr lang="en-US" sz="1600" b="1">
                <a:highlight>
                  <a:srgbClr val="FFFF00"/>
                </a:highlight>
              </a:rPr>
              <a:t>charts_visualizer.py </a:t>
            </a:r>
            <a:r>
              <a:rPr lang="en-US" sz="1600" b="1"/>
              <a:t>:</a:t>
            </a:r>
            <a:r>
              <a:rPr lang="en-US" sz="1600"/>
              <a:t> Gera os gráficos de linha interativos (usando Plotly), calcula as estatísticas (média, desvio padrão) e prepara os arquivos Excel/CSV para exportação.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 </a:t>
            </a:r>
            <a:r>
              <a:rPr lang="en-US" sz="1600" b="1">
                <a:highlight>
                  <a:srgbClr val="FFFF00"/>
                </a:highlight>
              </a:rPr>
              <a:t>utils.py</a:t>
            </a:r>
            <a:r>
              <a:rPr lang="en-US" sz="1600" b="1"/>
              <a:t> :</a:t>
            </a:r>
            <a:r>
              <a:rPr lang="en-US" sz="1600"/>
              <a:t> Contém funções de apoio genéricas, utilizadas principalmente para o tratamento e conversão de datas.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F5D1225-FD9F-4FD6-B8F4-49AE329F70DE}"/>
              </a:ext>
            </a:extLst>
          </p:cNvPr>
          <p:cNvSpPr txBox="1"/>
          <p:nvPr/>
        </p:nvSpPr>
        <p:spPr>
          <a:xfrm>
            <a:off x="21004" y="146718"/>
            <a:ext cx="30283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Organização dos Arquivos .</a:t>
            </a:r>
            <a:r>
              <a:rPr lang="pt-BR" sz="3200" dirty="0" err="1">
                <a:solidFill>
                  <a:schemeClr val="bg1"/>
                </a:solidFill>
              </a:rPr>
              <a:t>py</a:t>
            </a:r>
            <a:r>
              <a:rPr lang="pt-BR" sz="3200" dirty="0">
                <a:solidFill>
                  <a:schemeClr val="bg1"/>
                </a:solidFill>
              </a:rPr>
              <a:t> do Aplicativo</a:t>
            </a:r>
          </a:p>
        </p:txBody>
      </p:sp>
    </p:spTree>
    <p:extLst>
      <p:ext uri="{BB962C8B-B14F-4D97-AF65-F5344CB8AC3E}">
        <p14:creationId xmlns:p14="http://schemas.microsoft.com/office/powerpoint/2010/main" val="2534063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9EDB482-2DDE-6722-A16E-FE3A396FEE4F}"/>
              </a:ext>
            </a:extLst>
          </p:cNvPr>
          <p:cNvSpPr txBox="1"/>
          <p:nvPr/>
        </p:nvSpPr>
        <p:spPr>
          <a:xfrm>
            <a:off x="-4965" y="242923"/>
            <a:ext cx="3030556" cy="196818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Principais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Bibliotecas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 Ferramentas do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Projeto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6D88F3F-4016-1DB7-D795-831B4F62C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584536"/>
              </p:ext>
            </p:extLst>
          </p:nvPr>
        </p:nvGraphicFramePr>
        <p:xfrm>
          <a:off x="3041920" y="242923"/>
          <a:ext cx="6108481" cy="627624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53226">
                  <a:extLst>
                    <a:ext uri="{9D8B030D-6E8A-4147-A177-3AD203B41FA5}">
                      <a16:colId xmlns:a16="http://schemas.microsoft.com/office/drawing/2014/main" val="625733666"/>
                    </a:ext>
                  </a:extLst>
                </a:gridCol>
                <a:gridCol w="1551844">
                  <a:extLst>
                    <a:ext uri="{9D8B030D-6E8A-4147-A177-3AD203B41FA5}">
                      <a16:colId xmlns:a16="http://schemas.microsoft.com/office/drawing/2014/main" val="3337824799"/>
                    </a:ext>
                  </a:extLst>
                </a:gridCol>
                <a:gridCol w="3303411">
                  <a:extLst>
                    <a:ext uri="{9D8B030D-6E8A-4147-A177-3AD203B41FA5}">
                      <a16:colId xmlns:a16="http://schemas.microsoft.com/office/drawing/2014/main" val="334449121"/>
                    </a:ext>
                  </a:extLst>
                </a:gridCol>
              </a:tblGrid>
              <a:tr h="5915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1400" b="1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1"/>
                          </a:solidFill>
                          <a:effectLst/>
                        </a:rPr>
                        <a:t>Função no Projeto</a:t>
                      </a:r>
                      <a:endParaRPr lang="pt-BR" sz="1400" b="1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1"/>
                          </a:solidFill>
                          <a:effectLst/>
                        </a:rPr>
                        <a:t>Por que foi usada?</a:t>
                      </a:r>
                      <a:endParaRPr lang="pt-BR" sz="1400" b="1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extLst>
                  <a:ext uri="{0D108BD9-81ED-4DB2-BD59-A6C34878D82A}">
                    <a16:rowId xmlns:a16="http://schemas.microsoft.com/office/drawing/2014/main" val="1506351379"/>
                  </a:ext>
                </a:extLst>
              </a:tr>
              <a:tr h="969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0">
                          <a:effectLst/>
                        </a:rPr>
                        <a:t>Streamlit</a:t>
                      </a:r>
                      <a:endParaRPr lang="pt-BR" sz="1300" b="0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1">
                          <a:effectLst/>
                        </a:rPr>
                        <a:t>Framework Web</a:t>
                      </a:r>
                      <a:endParaRPr lang="pt-BR" sz="1300" b="1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0" dirty="0">
                          <a:effectLst/>
                        </a:rPr>
                        <a:t>Permite criar aplicações de dados interativos em Python, sem necessidade de HTML/CSS/JS complexos.</a:t>
                      </a:r>
                      <a:endParaRPr lang="pt-BR" sz="1300" b="0" dirty="0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extLst>
                  <a:ext uri="{0D108BD9-81ED-4DB2-BD59-A6C34878D82A}">
                    <a16:rowId xmlns:a16="http://schemas.microsoft.com/office/drawing/2014/main" val="3674696447"/>
                  </a:ext>
                </a:extLst>
              </a:tr>
              <a:tr h="749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0">
                          <a:effectLst/>
                        </a:rPr>
                        <a:t>Earth Engine API (ee)</a:t>
                      </a:r>
                      <a:endParaRPr lang="pt-BR" sz="1300" b="0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1">
                          <a:effectLst/>
                        </a:rPr>
                        <a:t>Processamento de Dados</a:t>
                      </a:r>
                      <a:endParaRPr lang="pt-BR" sz="1300" b="1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0">
                          <a:effectLst/>
                        </a:rPr>
                        <a:t>Permite processar dados climáticos (ERA5) nos servidores do Google  e retornar apenas o resultado mais leve.</a:t>
                      </a:r>
                      <a:endParaRPr lang="pt-BR" sz="1300" b="0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extLst>
                  <a:ext uri="{0D108BD9-81ED-4DB2-BD59-A6C34878D82A}">
                    <a16:rowId xmlns:a16="http://schemas.microsoft.com/office/drawing/2014/main" val="703087093"/>
                  </a:ext>
                </a:extLst>
              </a:tr>
              <a:tr h="969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0">
                          <a:effectLst/>
                        </a:rPr>
                        <a:t>Geemap / Folium</a:t>
                      </a:r>
                      <a:endParaRPr lang="pt-BR" sz="1300" b="0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1">
                          <a:effectLst/>
                        </a:rPr>
                        <a:t>Mapas Interativos</a:t>
                      </a:r>
                      <a:endParaRPr lang="pt-BR" sz="1300" b="1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0">
                          <a:effectLst/>
                        </a:rPr>
                        <a:t>Renderização de mapas base e sobreposição de camadas de satélite. O </a:t>
                      </a:r>
                      <a:r>
                        <a:rPr lang="pt-BR" sz="1300" b="0" err="1">
                          <a:effectLst/>
                        </a:rPr>
                        <a:t>geemap</a:t>
                      </a:r>
                      <a:r>
                        <a:rPr lang="pt-BR" sz="1300" b="0">
                          <a:effectLst/>
                        </a:rPr>
                        <a:t> facilita a integração entre GEE e </a:t>
                      </a:r>
                      <a:r>
                        <a:rPr lang="pt-BR" sz="1300" b="0" err="1">
                          <a:effectLst/>
                        </a:rPr>
                        <a:t>Folium</a:t>
                      </a:r>
                      <a:r>
                        <a:rPr lang="pt-BR" sz="1300" b="0">
                          <a:effectLst/>
                        </a:rPr>
                        <a:t>.</a:t>
                      </a:r>
                      <a:endParaRPr lang="pt-BR" sz="1300" b="0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extLst>
                  <a:ext uri="{0D108BD9-81ED-4DB2-BD59-A6C34878D82A}">
                    <a16:rowId xmlns:a16="http://schemas.microsoft.com/office/drawing/2014/main" val="3324253097"/>
                  </a:ext>
                </a:extLst>
              </a:tr>
              <a:tr h="749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0">
                          <a:effectLst/>
                        </a:rPr>
                        <a:t>Plotly</a:t>
                      </a:r>
                      <a:endParaRPr lang="pt-BR" sz="1300" b="0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1">
                          <a:effectLst/>
                        </a:rPr>
                        <a:t>Gráficos</a:t>
                      </a:r>
                      <a:endParaRPr lang="pt-BR" sz="1300" b="1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0" dirty="0">
                          <a:effectLst/>
                        </a:rPr>
                        <a:t>Criação de gráficos interativos e esteticamente profissionais para as séries temporais.</a:t>
                      </a:r>
                      <a:endParaRPr lang="pt-BR" sz="1300" b="0" dirty="0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extLst>
                  <a:ext uri="{0D108BD9-81ED-4DB2-BD59-A6C34878D82A}">
                    <a16:rowId xmlns:a16="http://schemas.microsoft.com/office/drawing/2014/main" val="3603687706"/>
                  </a:ext>
                </a:extLst>
              </a:tr>
              <a:tr h="749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0">
                          <a:effectLst/>
                        </a:rPr>
                        <a:t>Pandas</a:t>
                      </a:r>
                      <a:endParaRPr lang="pt-BR" sz="1300" b="0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1">
                          <a:effectLst/>
                        </a:rPr>
                        <a:t>Manipulação de Dados</a:t>
                      </a:r>
                      <a:endParaRPr lang="pt-BR" sz="1300" b="1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0">
                          <a:effectLst/>
                        </a:rPr>
                        <a:t>Estruturação dos dados tabulares para exportação (CSV/Excel) e alimentação dos gráficos.</a:t>
                      </a:r>
                      <a:endParaRPr lang="pt-BR" sz="1300" b="0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extLst>
                  <a:ext uri="{0D108BD9-81ED-4DB2-BD59-A6C34878D82A}">
                    <a16:rowId xmlns:a16="http://schemas.microsoft.com/office/drawing/2014/main" val="534134047"/>
                  </a:ext>
                </a:extLst>
              </a:tr>
              <a:tr h="749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0">
                          <a:effectLst/>
                        </a:rPr>
                        <a:t>Geobr</a:t>
                      </a:r>
                      <a:endParaRPr lang="pt-BR" sz="1300" b="0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1">
                          <a:effectLst/>
                        </a:rPr>
                        <a:t>Geometrias Oficiais</a:t>
                      </a:r>
                      <a:endParaRPr lang="pt-BR" sz="1300" b="1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0">
                          <a:effectLst/>
                        </a:rPr>
                        <a:t>Biblioteca oficial do </a:t>
                      </a:r>
                      <a:r>
                        <a:rPr lang="pt-BR" sz="1300" b="0" err="1">
                          <a:effectLst/>
                        </a:rPr>
                        <a:t>ipea</a:t>
                      </a:r>
                      <a:r>
                        <a:rPr lang="pt-BR" sz="1300" b="0">
                          <a:effectLst/>
                        </a:rPr>
                        <a:t> para obter os polígonos exatos de Municípios e Estados brasileiros.</a:t>
                      </a:r>
                      <a:endParaRPr lang="pt-BR" sz="1300" b="0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extLst>
                  <a:ext uri="{0D108BD9-81ED-4DB2-BD59-A6C34878D82A}">
                    <a16:rowId xmlns:a16="http://schemas.microsoft.com/office/drawing/2014/main" val="1433751658"/>
                  </a:ext>
                </a:extLst>
              </a:tr>
              <a:tr h="749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0" err="1">
                          <a:effectLst/>
                        </a:rPr>
                        <a:t>Kaleido</a:t>
                      </a:r>
                      <a:endParaRPr lang="pt-BR" sz="1300" b="0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1">
                          <a:effectLst/>
                        </a:rPr>
                        <a:t>Exportação de Imagem</a:t>
                      </a:r>
                      <a:endParaRPr lang="pt-BR" sz="1300" b="1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0" dirty="0">
                          <a:effectLst/>
                        </a:rPr>
                        <a:t>Necessária para permitir que o usuário baixe os gráficos do </a:t>
                      </a:r>
                      <a:r>
                        <a:rPr lang="pt-BR" sz="1300" b="0" dirty="0" err="1">
                          <a:effectLst/>
                        </a:rPr>
                        <a:t>Plotly</a:t>
                      </a:r>
                      <a:r>
                        <a:rPr lang="pt-BR" sz="1300" b="0" dirty="0">
                          <a:effectLst/>
                        </a:rPr>
                        <a:t> como imagens estáticas (PNG/JPG).</a:t>
                      </a:r>
                      <a:endParaRPr lang="pt-BR" sz="1300" b="0" dirty="0">
                        <a:effectLst/>
                        <a:latin typeface="Google Sans Text"/>
                      </a:endParaRPr>
                    </a:p>
                  </a:txBody>
                  <a:tcPr marL="43013" marR="43013" marT="21506" marB="21506" anchor="ctr"/>
                </a:tc>
                <a:extLst>
                  <a:ext uri="{0D108BD9-81ED-4DB2-BD59-A6C34878D82A}">
                    <a16:rowId xmlns:a16="http://schemas.microsoft.com/office/drawing/2014/main" val="664517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93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pt-BR" b="1" noProof="0" dirty="0"/>
              <a:t>Desafios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A5AB2D-2AB7-6525-85E5-DF999E83FB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2429698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5227" y="407074"/>
            <a:ext cx="2702052" cy="877171"/>
          </a:xfrm>
        </p:spPr>
        <p:txBody>
          <a:bodyPr>
            <a:normAutofit/>
          </a:bodyPr>
          <a:lstStyle/>
          <a:p>
            <a:pPr algn="l"/>
            <a:r>
              <a:rPr lang="pt-BR" b="1" noProof="0" dirty="0"/>
              <a:t>Conclusão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C10916-C1FB-E37E-6D93-C2146606EF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9776519"/>
              </p:ext>
            </p:extLst>
          </p:nvPr>
        </p:nvGraphicFramePr>
        <p:xfrm>
          <a:off x="4962906" y="1581246"/>
          <a:ext cx="3266694" cy="5191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197B43AE-541B-73D2-6520-6F7E71933777}"/>
              </a:ext>
            </a:extLst>
          </p:cNvPr>
          <p:cNvSpPr txBox="1">
            <a:spLocks/>
          </p:cNvSpPr>
          <p:nvPr/>
        </p:nvSpPr>
        <p:spPr>
          <a:xfrm>
            <a:off x="378333" y="288689"/>
            <a:ext cx="2702052" cy="877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b="1" dirty="0"/>
              <a:t>Ajuda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96D444E-FE9B-2012-52A9-15455FD8FE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333" y="1581246"/>
            <a:ext cx="1638529" cy="50489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E33BFF6-0956-362C-745E-C3F8131DEBC2}"/>
              </a:ext>
            </a:extLst>
          </p:cNvPr>
          <p:cNvSpPr txBox="1"/>
          <p:nvPr/>
        </p:nvSpPr>
        <p:spPr>
          <a:xfrm>
            <a:off x="-149890" y="1099579"/>
            <a:ext cx="2949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NATANAEL SILVA OLIVEIRA</a:t>
            </a: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4053</TotalTime>
  <Words>638</Words>
  <Application>Microsoft Office PowerPoint</Application>
  <PresentationFormat>Apresentação na tela (4:3)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Google Sans Text</vt:lpstr>
      <vt:lpstr>Times New Roman</vt:lpstr>
      <vt:lpstr>Office Theme</vt:lpstr>
      <vt:lpstr>Clima-Cast-Crepaldi Dashboard Meteorológico</vt:lpstr>
      <vt:lpstr>Introdução e Contextualização</vt:lpstr>
      <vt:lpstr>Arquitetura e Fluxo de Trabalho</vt:lpstr>
      <vt:lpstr>Estrutura Modular do Código</vt:lpstr>
      <vt:lpstr>Apresentação do PowerPoint</vt:lpstr>
      <vt:lpstr>Apresentação do PowerPoint</vt:lpstr>
      <vt:lpstr>Desafios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Paulo Cesar Crepaldi</dc:creator>
  <cp:keywords/>
  <dc:description>generated using python-pptx</dc:description>
  <cp:lastModifiedBy>Paulo Cesar Crepaldi</cp:lastModifiedBy>
  <cp:revision>12</cp:revision>
  <dcterms:created xsi:type="dcterms:W3CDTF">2013-01-27T09:14:16Z</dcterms:created>
  <dcterms:modified xsi:type="dcterms:W3CDTF">2025-12-05T11:28:43Z</dcterms:modified>
  <cp:category/>
</cp:coreProperties>
</file>